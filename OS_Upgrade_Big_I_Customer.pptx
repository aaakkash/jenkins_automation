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2fc2968c15497b" /><Relationship Type="http://schemas.openxmlformats.org/officeDocument/2006/relationships/extended-properties" Target="/docProps/app.xml" Id="Rccdc65eabece4664" /><Relationship Type="http://schemas.openxmlformats.org/officeDocument/2006/relationships/officeDocument" Target="/ppt/presentation.xml" Id="Rb6e65a729f374aae" /></Relationships>
</file>

<file path=ppt/presentation.xml><?xml version="1.0" encoding="utf-8"?>
<p:presentation xmlns:p="http://schemas.openxmlformats.org/presentationml/2006/main">
  <p:sldMasterIdLst>
    <p:sldMasterId xmlns:r="http://schemas.openxmlformats.org/officeDocument/2006/relationships" id="2147483648" r:id="Ra1e6fe62526b4ae6"/>
  </p:sldMasterIdLst>
  <p:notesMasterIdLst>
    <p:notesMasterId xmlns:r="http://schemas.openxmlformats.org/officeDocument/2006/relationships" r:id="R30c6bb3be38848ba"/>
  </p:notesMasterIdLst>
  <p:sldIdLst>
    <p:sldId xmlns:r="http://schemas.openxmlformats.org/officeDocument/2006/relationships" id="256" r:id="R410c5ea038c343c1"/>
    <p:sldId xmlns:r="http://schemas.openxmlformats.org/officeDocument/2006/relationships" id="257" r:id="R5fc6574edd904fc3"/>
    <p:sldId xmlns:r="http://schemas.openxmlformats.org/officeDocument/2006/relationships" id="258" r:id="R2024fd5db6ec4943"/>
    <p:sldId xmlns:r="http://schemas.openxmlformats.org/officeDocument/2006/relationships" id="259" r:id="Rfa8ceeb7892d4beb"/>
    <p:sldId xmlns:r="http://schemas.openxmlformats.org/officeDocument/2006/relationships" id="260" r:id="R36c29751670c4d42"/>
    <p:sldId xmlns:r="http://schemas.openxmlformats.org/officeDocument/2006/relationships" id="261" r:id="R3d333e22870b43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dfa3b4509b4f0a" /><Relationship Type="http://schemas.openxmlformats.org/officeDocument/2006/relationships/slideMaster" Target="/ppt/slideMasters/slideMaster1.xml" Id="Ra1e6fe62526b4ae6" /><Relationship Type="http://schemas.openxmlformats.org/officeDocument/2006/relationships/notesMaster" Target="/ppt/notesMasters/notesMaster1.xml" Id="R30c6bb3be38848ba" /><Relationship Type="http://schemas.openxmlformats.org/officeDocument/2006/relationships/presProps" Target="/ppt/presProps.xml" Id="R11b265cc80a34fa5" /><Relationship Type="http://schemas.openxmlformats.org/officeDocument/2006/relationships/tableStyles" Target="/ppt/tableStyles.xml" Id="R1dc669ace8f74edc" /><Relationship Type="http://schemas.openxmlformats.org/officeDocument/2006/relationships/slide" Target="/ppt/slides/slide1.xml" Id="R410c5ea038c343c1" /><Relationship Type="http://schemas.openxmlformats.org/officeDocument/2006/relationships/slide" Target="/ppt/slides/slide2.xml" Id="R5fc6574edd904fc3" /><Relationship Type="http://schemas.openxmlformats.org/officeDocument/2006/relationships/slide" Target="/ppt/slides/slide3.xml" Id="R2024fd5db6ec4943" /><Relationship Type="http://schemas.openxmlformats.org/officeDocument/2006/relationships/slide" Target="/ppt/slides/slide4.xml" Id="Rfa8ceeb7892d4beb" /><Relationship Type="http://schemas.openxmlformats.org/officeDocument/2006/relationships/slide" Target="/ppt/slides/slide5.xml" Id="R36c29751670c4d42" /><Relationship Type="http://schemas.openxmlformats.org/officeDocument/2006/relationships/slide" Target="/ppt/slides/slide6.xml" Id="R3d333e22870b43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e454efa54b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5538f2928d45f8" /><Relationship Type="http://schemas.openxmlformats.org/officeDocument/2006/relationships/notesMaster" Target="/ppt/notesMasters/notesMaster1.xml" Id="Rda0b707f132d45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66822e3a564d34" /><Relationship Type="http://schemas.openxmlformats.org/officeDocument/2006/relationships/notesMaster" Target="/ppt/notesMasters/notesMaster1.xml" Id="R645f1add876c43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585aa2b1774523" /><Relationship Type="http://schemas.openxmlformats.org/officeDocument/2006/relationships/notesMaster" Target="/ppt/notesMasters/notesMaster1.xml" Id="Rce214673a6fa4a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bc2e904a0a451d" /><Relationship Type="http://schemas.openxmlformats.org/officeDocument/2006/relationships/notesMaster" Target="/ppt/notesMasters/notesMaster1.xml" Id="R6182ab34aa2048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da8b8e114546ca" /><Relationship Type="http://schemas.openxmlformats.org/officeDocument/2006/relationships/notesMaster" Target="/ppt/notesMasters/notesMaster1.xml" Id="Rc9493489964840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a744daacc43cc" /><Relationship Type="http://schemas.openxmlformats.org/officeDocument/2006/relationships/notesMaster" Target="/ppt/notesMasters/notesMaster1.xml" Id="R7e2060af94a748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 MSB is retained from the source and requires confirmation of the intended hardening baseline. “Always N-1” describes the idea, not a verified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 November target is preserved without inferring a year. Additional application-owner support is a proposed delivery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 Proposed workflow adapted from uploaded RHEL architecture. A snapshot is not a substitute for a verified backup. Platform, application and vendor support must be checked per workload. RHEL: https://www.redhat.com/en/technologies/linux-platforms/enterprise-linux/upgrade-rhel Windows: https://learn.microsoft.com/windows-server/get-started/upgrade-overview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 The sequence screenshot names ServiceNow, Jenkins, Version Control, CyberArk, Terraform, Ansible, Infoblox, Tenable, Monitoring, Backup, Platform and Host. The blurred implementation-status legend cannot establish which integrations exist. All mappings here are proposed. Existing-host upgrades do not inherently require Terraform provisioning or IP/DNS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six uploaded screenshots from Update Slides Architecture. Business statements, counts, commercial amounts and self-assessment reflect the supplied submission and have not been independently verified. Proposed architecture adapted to OS in-place upgrades. RHEL uses supported 7-to-8 and 8-to-9 hops. Windows 2016-to-2022 requires workload and platform eligibility. All integration mappings are proposed. AI planning cannot bypass approval. Sources: https://www.redhat.com/en/technologies/linux-platforms/enterprise-linux/upgrade-rhel and https://learn.microsoft.com/windows-server/get-started/upgrade-overview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e81510a62844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5c0c657d3543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b3ac5ba43440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aa8b130cd64b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b9f981bf3146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5e0e731c394f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19B14-FB16-4A86-A822-F66B41A6A7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2DAD15-38B8-4BA3-BA7B-2420CD6527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AE7A29-03C9-4CDE-BCF5-7CE878B5E9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AD34C0-94D2-4528-BC44-F8D47E9D64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6656C4-D45E-4193-A014-E99FBC607F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C4B745-8134-4C89-8F37-6631EF6ADF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94B162-3D6F-477F-B8E3-09B3A01A72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8703B6-46E1-4407-B3DC-2E54F0470A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D9AD8A-077E-4023-8EAE-B8AF308C66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32CB24-C45A-4DBF-9DC7-000C9E6A89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a9aba99f54475f" /><Relationship Type="http://schemas.openxmlformats.org/officeDocument/2006/relationships/slideLayout" Target="/ppt/slideLayouts/slideLayout1.xml" Id="R7e47e140075e4cdf" /><Relationship Type="http://schemas.openxmlformats.org/officeDocument/2006/relationships/slideLayout" Target="/ppt/slideLayouts/slideLayout2.xml" Id="Re8b66f4a5c39427c" /><Relationship Type="http://schemas.openxmlformats.org/officeDocument/2006/relationships/slideLayout" Target="/ppt/slideLayouts/slideLayout3.xml" Id="R83692387135844b8" /><Relationship Type="http://schemas.openxmlformats.org/officeDocument/2006/relationships/slideLayout" Target="/ppt/slideLayouts/slideLayout4.xml" Id="R3e30df7bc9f6470d" /><Relationship Type="http://schemas.openxmlformats.org/officeDocument/2006/relationships/slideLayout" Target="/ppt/slideLayouts/slideLayout5.xml" Id="Rbb1d406742804e2c" /><Relationship Type="http://schemas.openxmlformats.org/officeDocument/2006/relationships/slideLayout" Target="/ppt/slideLayouts/slideLayout6.xml" Id="Rfec75c11bfcd4a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47e140075e4cdf"/>
    <p:sldLayoutId xmlns:r="http://schemas.openxmlformats.org/officeDocument/2006/relationships" id="2147483650" r:id="Re8b66f4a5c39427c"/>
    <p:sldLayoutId xmlns:r="http://schemas.openxmlformats.org/officeDocument/2006/relationships" id="2147483651" r:id="R83692387135844b8"/>
    <p:sldLayoutId xmlns:r="http://schemas.openxmlformats.org/officeDocument/2006/relationships" id="2147483652" r:id="R3e30df7bc9f6470d"/>
    <p:sldLayoutId xmlns:r="http://schemas.openxmlformats.org/officeDocument/2006/relationships" id="2147483653" r:id="Rbb1d406742804e2c"/>
    <p:sldLayoutId xmlns:r="http://schemas.openxmlformats.org/officeDocument/2006/relationships" id="2147483654" r:id="Rfec75c11bfcd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8dd53f9ce34cd7" /><Relationship Type="http://schemas.openxmlformats.org/officeDocument/2006/relationships/image" Target="/ppt/media/image.png" Id="R704c369c2ada4bc4" /><Relationship Type="http://schemas.openxmlformats.org/officeDocument/2006/relationships/notesSlide" Target="/ppt/notesSlides/notesSlide1.xml" Id="R5ec4bd0a6eb74b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4950ddac5947d2" /><Relationship Type="http://schemas.openxmlformats.org/officeDocument/2006/relationships/image" Target="/ppt/media/image2.png" Id="R0056b4cd2f4d4d42" /><Relationship Type="http://schemas.openxmlformats.org/officeDocument/2006/relationships/notesSlide" Target="/ppt/notesSlides/notesSlide2.xml" Id="R35abcbe0a7204c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93650add0841bb" /><Relationship Type="http://schemas.openxmlformats.org/officeDocument/2006/relationships/image" Target="/ppt/media/image3.png" Id="R53163fe53d9f4538" /><Relationship Type="http://schemas.openxmlformats.org/officeDocument/2006/relationships/notesSlide" Target="/ppt/notesSlides/notesSlide3.xml" Id="Re4733fd05f9840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3e868bdac454347" /><Relationship Type="http://schemas.openxmlformats.org/officeDocument/2006/relationships/image" Target="/ppt/media/image4.png" Id="R9df1506e68c2416d" /><Relationship Type="http://schemas.openxmlformats.org/officeDocument/2006/relationships/notesSlide" Target="/ppt/notesSlides/notesSlide4.xml" Id="R4a03c76475f143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307c806f7a4cdb" /><Relationship Type="http://schemas.openxmlformats.org/officeDocument/2006/relationships/image" Target="/ppt/media/image5.png" Id="R9266c26f0777420d" /><Relationship Type="http://schemas.openxmlformats.org/officeDocument/2006/relationships/notesSlide" Target="/ppt/notesSlides/notesSlide5.xml" Id="Rb9557cd86f7749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7aad82b71d4c7c" /><Relationship Type="http://schemas.openxmlformats.org/officeDocument/2006/relationships/image" Target="/ppt/media/image6.png" Id="Rd0b6657af2774e77" /><Relationship Type="http://schemas.openxmlformats.org/officeDocument/2006/relationships/notesSlide" Target="/ppt/notesSlides/notesSlide6.xml" Id="R6083cf1e4f7b48ed" /></Relationships>
</file>

<file path=ppt/slides/slide1.xml><?xml version="1.0" encoding="utf-8"?>
<p:sld xmlns:p="http://schemas.openxmlformats.org/presentationml/2006/main">
  <p:cSld>
    <p:bg>
      <p:bgPr>
        <a:solidFill xmlns:a="http://schemas.openxmlformats.org/drawingml/2006/main">
          <a:srgbClr val="070442"/>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03AF4EC-0485-4A4E-81FE-3CE898756C8D}"/>
              </a:ext>
            </a:extLst>
          </p:cNvPr>
          <p:cNvPicPr>
            <a:picLocks xmlns:a="http://schemas.openxmlformats.org/drawingml/2006/main" noChangeAspect="1"/>
          </p:cNvPicPr>
          <p:nvPr/>
        </p:nvPicPr>
        <p:blipFill>
          <a:blip xmlns:r="http://schemas.openxmlformats.org/officeDocument/2006/relationships" xmlns:a="http://schemas.openxmlformats.org/drawingml/2006/main" r:embed="R704c369c2ada4bc4"/>
          <a:stretch xmlns:a="http://schemas.openxmlformats.org/drawingml/2006/main"/>
        </p:blipFill>
        <p:spPr>
          <a:xfrm xmlns:a="http://schemas.openxmlformats.org/drawingml/2006/main">
            <a:off x="857250" y="857711"/>
            <a:ext cx="2857500" cy="59915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9A9F9A-9EFC-49F2-B213-7AC3560CE646}"/>
              </a:ext>
            </a:extLst>
          </p:cNvPr>
          <p:cNvSpPr>
            <a:spLocks xmlns:a="http://schemas.openxmlformats.org/drawingml/2006/main" noGrp="1"/>
          </p:cNvSpPr>
          <p:nvPr/>
        </p:nvSpPr>
        <p:spPr>
          <a:xfrm xmlns:a="http://schemas.openxmlformats.org/drawingml/2006/main">
            <a:off x="857250" y="1857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Big I: Idea Submission</a:t>
            </a:r>
          </a:p>
        </p:txBody>
      </p:sp>
      <p:sp>
        <p:nvSpPr>
          <p:cNvPr id="3" name="">
            <a:extLst xmlns:a="http://schemas.openxmlformats.org/drawingml/2006/main">
              <a:ext uri="{FF2B5EF4-FFF2-40B4-BE49-F238E27FC236}">
                <a16:creationId xmlns:a16="http://schemas.microsoft.com/office/drawing/2014/main" id="{ED8E70C8-DBA4-43CA-8FA0-FBF77E39EF7A}"/>
              </a:ext>
            </a:extLst>
          </p:cNvPr>
          <p:cNvSpPr>
            <a:spLocks xmlns:a="http://schemas.openxmlformats.org/drawingml/2006/main" noGrp="1"/>
          </p:cNvSpPr>
          <p:nvPr/>
        </p:nvSpPr>
        <p:spPr>
          <a:xfrm xmlns:a="http://schemas.openxmlformats.org/drawingml/2006/main">
            <a:off x="857250" y="2571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Automate OS In-Place Upgrade</a:t>
            </a:r>
          </a:p>
        </p:txBody>
      </p:sp>
      <p:sp>
        <p:nvSpPr>
          <p:cNvPr id="4" name="">
            <a:extLst xmlns:a="http://schemas.openxmlformats.org/drawingml/2006/main">
              <a:ext uri="{FF2B5EF4-FFF2-40B4-BE49-F238E27FC236}">
                <a16:creationId xmlns:a16="http://schemas.microsoft.com/office/drawing/2014/main" id="{94E2AB0C-82DA-4B37-9088-549CBB96383C}"/>
              </a:ext>
            </a:extLst>
          </p:cNvPr>
          <p:cNvSpPr>
            <a:spLocks xmlns:a="http://schemas.openxmlformats.org/drawingml/2006/main" noGrp="1"/>
          </p:cNvSpPr>
          <p:nvPr/>
        </p:nvSpPr>
        <p:spPr>
          <a:xfrm xmlns:a="http://schemas.openxmlformats.org/drawingml/2006/main">
            <a:off x="876300" y="3476625"/>
            <a:ext cx="102870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Business Unit: Insurance</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Account Name: Hanover</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BIG I Champion: Hariharan Kannan (858172)</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Primary POC: Sivakarthi Shanmugam (276981)</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Idea Tag: Domain-Agnostic</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Blue bolt Central Idea ID: __________________</a:t>
            </a:r>
          </a:p>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Submitted on (DD-MM-YYYY): __________________</a:t>
            </a:r>
          </a:p>
        </p:txBody>
      </p:sp>
      <p:sp>
        <p:nvSpPr>
          <p:cNvPr id="5" name="">
            <a:extLst xmlns:a="http://schemas.openxmlformats.org/drawingml/2006/main">
              <a:ext uri="{FF2B5EF4-FFF2-40B4-BE49-F238E27FC236}">
                <a16:creationId xmlns:a16="http://schemas.microsoft.com/office/drawing/2014/main" id="{B01750ED-4776-4AEC-A2BC-32E754FE262C}"/>
              </a:ext>
            </a:extLst>
          </p:cNvPr>
          <p:cNvSpPr>
            <a:spLocks xmlns:a="http://schemas.openxmlformats.org/drawingml/2006/main" noGrp="1"/>
          </p:cNvSpPr>
          <p:nvPr/>
        </p:nvSpPr>
        <p:spPr>
          <a:xfrm xmlns:a="http://schemas.openxmlformats.org/drawingml/2006/main">
            <a:off x="876300" y="6438900"/>
            <a:ext cx="3810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25" b="0">
                <a:solidFill>
                  <a:srgbClr val="FFFFFF"/>
                </a:solidFill>
                <a:latin typeface="Arial"/>
                <a:ea typeface="Arial"/>
                <a:cs typeface="Arial"/>
              </a:defRPr>
            </a:defPPr>
            <a:lvl1pPr>
              <a:defRPr sz="825" b="0">
                <a:solidFill>
                  <a:srgbClr val="FFFFFF"/>
                </a:solidFill>
                <a:latin typeface="Arial"/>
                <a:ea typeface="Arial"/>
                <a:cs typeface="Arial"/>
              </a:defRPr>
            </a:lvl1pPr>
            <a:lvl2pPr>
              <a:defRPr sz="825" b="0">
                <a:solidFill>
                  <a:srgbClr val="FFFFFF"/>
                </a:solidFill>
                <a:latin typeface="Arial"/>
                <a:ea typeface="Arial"/>
                <a:cs typeface="Arial"/>
              </a:defRPr>
            </a:lvl2pPr>
            <a:lvl3pPr>
              <a:defRPr sz="825" b="0">
                <a:solidFill>
                  <a:srgbClr val="FFFFFF"/>
                </a:solidFill>
                <a:latin typeface="Arial"/>
                <a:ea typeface="Arial"/>
                <a:cs typeface="Arial"/>
              </a:defRPr>
            </a:lvl3pPr>
            <a:lvl4pPr>
              <a:defRPr sz="825" b="0">
                <a:solidFill>
                  <a:srgbClr val="FFFFFF"/>
                </a:solidFill>
                <a:latin typeface="Arial"/>
                <a:ea typeface="Arial"/>
                <a:cs typeface="Arial"/>
              </a:defRPr>
            </a:lvl4pPr>
            <a:lvl5pPr>
              <a:defRPr sz="825" b="0">
                <a:solidFill>
                  <a:srgbClr val="FFFFFF"/>
                </a:solidFill>
                <a:latin typeface="Arial"/>
                <a:ea typeface="Arial"/>
                <a:cs typeface="Arial"/>
              </a:defRPr>
            </a:lvl5pPr>
            <a:lvl6pPr>
              <a:defRPr sz="825" b="0">
                <a:solidFill>
                  <a:srgbClr val="FFFFFF"/>
                </a:solidFill>
                <a:latin typeface="Arial"/>
                <a:ea typeface="Arial"/>
                <a:cs typeface="Arial"/>
              </a:defRPr>
            </a:lvl6pPr>
            <a:lvl7pPr>
              <a:defRPr sz="825" b="0">
                <a:solidFill>
                  <a:srgbClr val="FFFFFF"/>
                </a:solidFill>
                <a:latin typeface="Arial"/>
                <a:ea typeface="Arial"/>
                <a:cs typeface="Arial"/>
              </a:defRPr>
            </a:lvl7pPr>
            <a:lvl8pPr>
              <a:defRPr sz="825" b="0">
                <a:solidFill>
                  <a:srgbClr val="FFFFFF"/>
                </a:solidFill>
                <a:latin typeface="Arial"/>
                <a:ea typeface="Arial"/>
                <a:cs typeface="Arial"/>
              </a:defRPr>
            </a:lvl8pPr>
            <a:lvl9pPr>
              <a:defRPr sz="825" b="0">
                <a:solidFill>
                  <a:srgbClr val="FFFFFF"/>
                </a:solidFill>
                <a:latin typeface="Arial"/>
                <a:ea typeface="Arial"/>
                <a:cs typeface="Arial"/>
              </a:defRPr>
            </a:lvl9pPr>
          </a:lstStyle>
          <a:p xmlns:a="http://schemas.openxmlformats.org/drawingml/2006/main">
            <a:pPr>
              <a:defRPr sz="825" b="0">
                <a:solidFill>
                  <a:srgbClr val="FFFFFF"/>
                </a:solidFill>
                <a:latin typeface="Arial"/>
                <a:ea typeface="Arial"/>
                <a:cs typeface="Arial"/>
              </a:defRPr>
            </a:pPr>
            <a:r>
              <a:rPr sz="825" b="0">
                <a:solidFill>
                  <a:srgbClr val="FFFFFF"/>
                </a:solidFill>
                <a:latin typeface="Arial"/>
                <a:ea typeface="Arial"/>
                <a:cs typeface="Arial"/>
              </a:rPr>
              <a:t>© 2026 Cognizant</a:t>
            </a:r>
          </a:p>
        </p:txBody>
      </p:sp>
    </p:spTree>
    <p:extLst>
      <p:ext uri="{BB962C8B-B14F-4D97-AF65-F5344CB8AC3E}">
        <p14:creationId xmlns:p14="http://schemas.microsoft.com/office/powerpoint/2010/main" val="6054023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C3D73A2-DDE5-4E67-A4DC-3C91D5C17906}"/>
              </a:ext>
            </a:extLst>
          </p:cNvPr>
          <p:cNvSpPr>
            <a:spLocks xmlns:a="http://schemas.openxmlformats.org/drawingml/2006/main" noGrp="1"/>
          </p:cNvSpPr>
          <p:nvPr/>
        </p:nvSpPr>
        <p:spPr>
          <a:xfrm xmlns:a="http://schemas.openxmlformats.org/drawingml/2006/main">
            <a:off x="0" y="0"/>
            <a:ext cx="12192000" cy="66675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B2496A-77C3-404E-A53F-B815A10AEFB2}"/>
              </a:ext>
            </a:extLst>
          </p:cNvPr>
          <p:cNvSpPr>
            <a:spLocks xmlns:a="http://schemas.openxmlformats.org/drawingml/2006/main" noGrp="1"/>
          </p:cNvSpPr>
          <p:nvPr/>
        </p:nvSpPr>
        <p:spPr>
          <a:xfrm xmlns:a="http://schemas.openxmlformats.org/drawingml/2006/main">
            <a:off x="400050" y="171450"/>
            <a:ext cx="1138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Zero-Touch Stay-Current: Automate OS In-Place Upgrade</a:t>
            </a:r>
          </a:p>
        </p:txBody>
      </p:sp>
      <p:sp>
        <p:nvSpPr>
          <p:cNvPr id="3" name="">
            <a:extLst xmlns:a="http://schemas.openxmlformats.org/drawingml/2006/main">
              <a:ext uri="{FF2B5EF4-FFF2-40B4-BE49-F238E27FC236}">
                <a16:creationId xmlns:a16="http://schemas.microsoft.com/office/drawing/2014/main" id="{6A48EAC6-38B3-40C6-9A0D-36FB93CB135A}"/>
              </a:ext>
            </a:extLst>
          </p:cNvPr>
          <p:cNvSpPr>
            <a:spLocks xmlns:a="http://schemas.openxmlformats.org/drawingml/2006/main" noGrp="1"/>
          </p:cNvSpPr>
          <p:nvPr/>
        </p:nvSpPr>
        <p:spPr>
          <a:xfrm xmlns:a="http://schemas.openxmlformats.org/drawingml/2006/main">
            <a:off x="428625" y="6496050"/>
            <a:ext cx="285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55EA76B1-D344-4A33-A286-CECBD5BEC079}"/>
              </a:ext>
            </a:extLst>
          </p:cNvPr>
          <p:cNvSpPr>
            <a:spLocks xmlns:a="http://schemas.openxmlformats.org/drawingml/2006/main" noGrp="1"/>
          </p:cNvSpPr>
          <p:nvPr/>
        </p:nvSpPr>
        <p:spPr>
          <a:xfrm xmlns:a="http://schemas.openxmlformats.org/drawingml/2006/main">
            <a:off x="1019175" y="6496050"/>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 2026 Cognizant  |  Confidential &amp; Proprietary</a:t>
            </a:r>
          </a:p>
        </p:txBody>
      </p:sp>
      <p:pic>
        <p:nvPicPr>
          <p:cNvPr id="5" name="">
            <a:extLst xmlns:a="http://schemas.openxmlformats.org/drawingml/2006/main">
              <a:ext uri="{FF2B5EF4-FFF2-40B4-BE49-F238E27FC236}">
                <a16:creationId xmlns:a16="http://schemas.microsoft.com/office/drawing/2014/main" id="{0A4DEE24-9DD5-4708-80A1-552339981D8E}"/>
              </a:ext>
            </a:extLst>
          </p:cNvPr>
          <p:cNvPicPr>
            <a:picLocks xmlns:a="http://schemas.openxmlformats.org/drawingml/2006/main" noChangeAspect="1"/>
          </p:cNvPicPr>
          <p:nvPr/>
        </p:nvPicPr>
        <p:blipFill>
          <a:blip xmlns:r="http://schemas.openxmlformats.org/officeDocument/2006/relationships" xmlns:a="http://schemas.openxmlformats.org/drawingml/2006/main" r:embed="R0056b4cd2f4d4d42"/>
          <a:stretch xmlns:a="http://schemas.openxmlformats.org/drawingml/2006/main"/>
        </p:blipFill>
        <p:spPr>
          <a:xfrm xmlns:a="http://schemas.openxmlformats.org/drawingml/2006/main">
            <a:off x="10294528" y="6334125"/>
            <a:ext cx="1461319" cy="39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7964BEC-A2B4-4D10-92F0-36AB717D0688}"/>
              </a:ext>
            </a:extLst>
          </p:cNvPr>
          <p:cNvSpPr>
            <a:spLocks xmlns:a="http://schemas.openxmlformats.org/drawingml/2006/main" noGrp="1"/>
          </p:cNvSpPr>
          <p:nvPr/>
        </p:nvSpPr>
        <p:spPr>
          <a:xfrm xmlns:a="http://schemas.openxmlformats.org/drawingml/2006/main">
            <a:off x="4124325" y="1104900"/>
            <a:ext cx="0" cy="4857750"/>
          </a:xfrm>
          <a:prstGeom xmlns:a="http://schemas.openxmlformats.org/drawingml/2006/main" prst="line">
            <a:avLst/>
          </a:prstGeom>
          <a:ln xmlns:a="http://schemas.openxmlformats.org/drawingml/2006/main" w="11430">
            <a:solidFill>
              <a:srgbClr val="00BFC9"/>
            </a:solidFill>
          </a:ln>
        </p:spPr>
      </p:sp>
      <p:sp>
        <p:nvSpPr>
          <p:cNvPr id="7" name="">
            <a:extLst xmlns:a="http://schemas.openxmlformats.org/drawingml/2006/main">
              <a:ext uri="{FF2B5EF4-FFF2-40B4-BE49-F238E27FC236}">
                <a16:creationId xmlns:a16="http://schemas.microsoft.com/office/drawing/2014/main" id="{AAE46E1A-371D-4B57-9952-D8BBAB2542CC}"/>
              </a:ext>
            </a:extLst>
          </p:cNvPr>
          <p:cNvSpPr>
            <a:spLocks xmlns:a="http://schemas.openxmlformats.org/drawingml/2006/main" noGrp="1"/>
          </p:cNvSpPr>
          <p:nvPr/>
        </p:nvSpPr>
        <p:spPr>
          <a:xfrm xmlns:a="http://schemas.openxmlformats.org/drawingml/2006/main">
            <a:off x="7981950" y="1104900"/>
            <a:ext cx="0" cy="4857750"/>
          </a:xfrm>
          <a:prstGeom xmlns:a="http://schemas.openxmlformats.org/drawingml/2006/main" prst="line">
            <a:avLst/>
          </a:prstGeom>
          <a:ln xmlns:a="http://schemas.openxmlformats.org/drawingml/2006/main" w="11430">
            <a:solidFill>
              <a:srgbClr val="00BFC9"/>
            </a:solidFill>
          </a:ln>
        </p:spPr>
      </p:sp>
      <p:sp>
        <p:nvSpPr>
          <p:cNvPr id="8" name="">
            <a:extLst xmlns:a="http://schemas.openxmlformats.org/drawingml/2006/main">
              <a:ext uri="{FF2B5EF4-FFF2-40B4-BE49-F238E27FC236}">
                <a16:creationId xmlns:a16="http://schemas.microsoft.com/office/drawing/2014/main" id="{3F819CAC-D071-4F91-BCAF-D3513525F3D8}"/>
              </a:ext>
            </a:extLst>
          </p:cNvPr>
          <p:cNvSpPr>
            <a:spLocks xmlns:a="http://schemas.openxmlformats.org/drawingml/2006/main" noGrp="1"/>
          </p:cNvSpPr>
          <p:nvPr/>
        </p:nvSpPr>
        <p:spPr>
          <a:xfrm xmlns:a="http://schemas.openxmlformats.org/drawingml/2006/main">
            <a:off x="523875" y="1047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Business Scenario</a:t>
            </a:r>
          </a:p>
        </p:txBody>
      </p:sp>
      <p:sp>
        <p:nvSpPr>
          <p:cNvPr id="9" name="">
            <a:extLst xmlns:a="http://schemas.openxmlformats.org/drawingml/2006/main">
              <a:ext uri="{FF2B5EF4-FFF2-40B4-BE49-F238E27FC236}">
                <a16:creationId xmlns:a16="http://schemas.microsoft.com/office/drawing/2014/main" id="{B699F7FC-189F-4869-9273-4B7C8DD458BB}"/>
              </a:ext>
            </a:extLst>
          </p:cNvPr>
          <p:cNvSpPr>
            <a:spLocks xmlns:a="http://schemas.openxmlformats.org/drawingml/2006/main" noGrp="1"/>
          </p:cNvSpPr>
          <p:nvPr/>
        </p:nvSpPr>
        <p:spPr>
          <a:xfrm xmlns:a="http://schemas.openxmlformats.org/drawingml/2006/main">
            <a:off x="523875" y="1428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Hanover carries 614 RHEL 7 servers that left maintenance in June 2024.</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Hanover carries 256 Windows Server 2016 servers. Support ends in January 2027.</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Opportunity to introduce AI into Windows and Linux OS upgrade automation.</a:t>
            </a:r>
          </a:p>
        </p:txBody>
      </p:sp>
      <p:sp>
        <p:nvSpPr>
          <p:cNvPr id="10" name="">
            <a:extLst xmlns:a="http://schemas.openxmlformats.org/drawingml/2006/main">
              <a:ext uri="{FF2B5EF4-FFF2-40B4-BE49-F238E27FC236}">
                <a16:creationId xmlns:a16="http://schemas.microsoft.com/office/drawing/2014/main" id="{22BAB5CE-5938-4598-B2BF-566598E43F41}"/>
              </a:ext>
            </a:extLst>
          </p:cNvPr>
          <p:cNvSpPr>
            <a:spLocks xmlns:a="http://schemas.openxmlformats.org/drawingml/2006/main" noGrp="1"/>
          </p:cNvSpPr>
          <p:nvPr/>
        </p:nvSpPr>
        <p:spPr>
          <a:xfrm xmlns:a="http://schemas.openxmlformats.org/drawingml/2006/main">
            <a:off x="523875" y="3714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Business Opportunity</a:t>
            </a:r>
          </a:p>
        </p:txBody>
      </p:sp>
      <p:sp>
        <p:nvSpPr>
          <p:cNvPr id="11" name="">
            <a:extLst xmlns:a="http://schemas.openxmlformats.org/drawingml/2006/main">
              <a:ext uri="{FF2B5EF4-FFF2-40B4-BE49-F238E27FC236}">
                <a16:creationId xmlns:a16="http://schemas.microsoft.com/office/drawing/2014/main" id="{B5D5DE02-2840-4DC1-96F7-264B473A43C8}"/>
              </a:ext>
            </a:extLst>
          </p:cNvPr>
          <p:cNvSpPr>
            <a:spLocks xmlns:a="http://schemas.openxmlformats.org/drawingml/2006/main" noGrp="1"/>
          </p:cNvSpPr>
          <p:nvPr/>
        </p:nvSpPr>
        <p:spPr>
          <a:xfrm xmlns:a="http://schemas.openxmlformats.org/drawingml/2006/main">
            <a:off x="523875" y="4095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OS, hypervisor and firmware versions fall behind faster than manual teams can upgrade them.</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Clients buy one-off upgrade projects. The idea proposes “always N-1” as a guaranteed outcome.</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Regulated sectors need audit-ready currency evidence, rather than spreadsheets.</a:t>
            </a:r>
          </a:p>
        </p:txBody>
      </p:sp>
      <p:sp>
        <p:nvSpPr>
          <p:cNvPr id="12" name="">
            <a:extLst xmlns:a="http://schemas.openxmlformats.org/drawingml/2006/main">
              <a:ext uri="{FF2B5EF4-FFF2-40B4-BE49-F238E27FC236}">
                <a16:creationId xmlns:a16="http://schemas.microsoft.com/office/drawing/2014/main" id="{CB88CE31-8BD8-47B3-ADB0-2ED082CEDA4D}"/>
              </a:ext>
            </a:extLst>
          </p:cNvPr>
          <p:cNvSpPr>
            <a:spLocks xmlns:a="http://schemas.openxmlformats.org/drawingml/2006/main" noGrp="1"/>
          </p:cNvSpPr>
          <p:nvPr/>
        </p:nvSpPr>
        <p:spPr>
          <a:xfrm xmlns:a="http://schemas.openxmlformats.org/drawingml/2006/main">
            <a:off x="4333875" y="104775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Proposed Solution</a:t>
            </a:r>
          </a:p>
        </p:txBody>
      </p:sp>
      <p:sp>
        <p:nvSpPr>
          <p:cNvPr id="13" name="">
            <a:extLst xmlns:a="http://schemas.openxmlformats.org/drawingml/2006/main">
              <a:ext uri="{FF2B5EF4-FFF2-40B4-BE49-F238E27FC236}">
                <a16:creationId xmlns:a16="http://schemas.microsoft.com/office/drawing/2014/main" id="{0A1137B1-E3B4-4F04-901B-8C2EA64063D2}"/>
              </a:ext>
            </a:extLst>
          </p:cNvPr>
          <p:cNvSpPr>
            <a:spLocks xmlns:a="http://schemas.openxmlformats.org/drawingml/2006/main" noGrp="1"/>
          </p:cNvSpPr>
          <p:nvPr/>
        </p:nvSpPr>
        <p:spPr>
          <a:xfrm xmlns:a="http://schemas.openxmlformats.org/drawingml/2006/main">
            <a:off x="4333875" y="1428750"/>
            <a:ext cx="3381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Automate RHEL 7 to 9 and Windows 2016 to 2022 upgrades with Ansible and Jenkins. Include MSB hardening.</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RING rollout: 5%, then 15%, then non-production and production.</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Introduce agentic AI for planning, subject to execution controls.</a:t>
            </a:r>
          </a:p>
        </p:txBody>
      </p:sp>
      <p:sp>
        <p:nvSpPr>
          <p:cNvPr id="14" name="">
            <a:extLst xmlns:a="http://schemas.openxmlformats.org/drawingml/2006/main">
              <a:ext uri="{FF2B5EF4-FFF2-40B4-BE49-F238E27FC236}">
                <a16:creationId xmlns:a16="http://schemas.microsoft.com/office/drawing/2014/main" id="{550C7D46-59A0-4426-BB96-6FDD6E671DE5}"/>
              </a:ext>
            </a:extLst>
          </p:cNvPr>
          <p:cNvSpPr>
            <a:spLocks xmlns:a="http://schemas.openxmlformats.org/drawingml/2006/main" noGrp="1"/>
          </p:cNvSpPr>
          <p:nvPr/>
        </p:nvSpPr>
        <p:spPr>
          <a:xfrm xmlns:a="http://schemas.openxmlformats.org/drawingml/2006/main">
            <a:off x="4333875" y="3714750"/>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Uniqueness / Innovation</a:t>
            </a:r>
          </a:p>
        </p:txBody>
      </p:sp>
      <p:sp>
        <p:nvSpPr>
          <p:cNvPr id="15" name="">
            <a:extLst xmlns:a="http://schemas.openxmlformats.org/drawingml/2006/main">
              <a:ext uri="{FF2B5EF4-FFF2-40B4-BE49-F238E27FC236}">
                <a16:creationId xmlns:a16="http://schemas.microsoft.com/office/drawing/2014/main" id="{81CF67E0-E9CA-419B-A3A8-4CD869DB2DB6}"/>
              </a:ext>
            </a:extLst>
          </p:cNvPr>
          <p:cNvSpPr>
            <a:spLocks xmlns:a="http://schemas.openxmlformats.org/drawingml/2006/main" noGrp="1"/>
          </p:cNvSpPr>
          <p:nvPr/>
        </p:nvSpPr>
        <p:spPr>
          <a:xfrm xmlns:a="http://schemas.openxmlformats.org/drawingml/2006/main">
            <a:off x="4333875" y="4095750"/>
            <a:ext cx="3381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RING rollout turns upgrade projects into a continuous, lower-risk flow.</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Proposed agentic AI extends scripted automation toward planning operations.</a:t>
            </a:r>
          </a:p>
        </p:txBody>
      </p:sp>
      <p:sp>
        <p:nvSpPr>
          <p:cNvPr id="16" name="">
            <a:extLst xmlns:a="http://schemas.openxmlformats.org/drawingml/2006/main">
              <a:ext uri="{FF2B5EF4-FFF2-40B4-BE49-F238E27FC236}">
                <a16:creationId xmlns:a16="http://schemas.microsoft.com/office/drawing/2014/main" id="{5E1395A2-F38E-4CCB-9ED0-8B7A256455B1}"/>
              </a:ext>
            </a:extLst>
          </p:cNvPr>
          <p:cNvSpPr>
            <a:spLocks xmlns:a="http://schemas.openxmlformats.org/drawingml/2006/main" noGrp="1"/>
          </p:cNvSpPr>
          <p:nvPr/>
        </p:nvSpPr>
        <p:spPr>
          <a:xfrm xmlns:a="http://schemas.openxmlformats.org/drawingml/2006/main">
            <a:off x="8191500" y="1047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Reuse Opportunity</a:t>
            </a:r>
          </a:p>
        </p:txBody>
      </p:sp>
      <p:sp>
        <p:nvSpPr>
          <p:cNvPr id="17" name="">
            <a:extLst xmlns:a="http://schemas.openxmlformats.org/drawingml/2006/main">
              <a:ext uri="{FF2B5EF4-FFF2-40B4-BE49-F238E27FC236}">
                <a16:creationId xmlns:a16="http://schemas.microsoft.com/office/drawing/2014/main" id="{FEEE30F4-F5D9-41B6-AD70-82FFBDEF7C7B}"/>
              </a:ext>
            </a:extLst>
          </p:cNvPr>
          <p:cNvSpPr>
            <a:spLocks xmlns:a="http://schemas.openxmlformats.org/drawingml/2006/main" noGrp="1"/>
          </p:cNvSpPr>
          <p:nvPr/>
        </p:nvSpPr>
        <p:spPr>
          <a:xfrm xmlns:a="http://schemas.openxmlformats.org/drawingml/2006/main">
            <a:off x="8191500" y="1428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Vendor-agnostic playbooks for RHEL and Windows.</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Assess, then RING rollout, then ongoing operation.</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Potential extension to cloud images and Kubernetes nodes.</a:t>
            </a:r>
          </a:p>
        </p:txBody>
      </p:sp>
      <p:sp>
        <p:nvSpPr>
          <p:cNvPr id="18" name="">
            <a:extLst xmlns:a="http://schemas.openxmlformats.org/drawingml/2006/main">
              <a:ext uri="{FF2B5EF4-FFF2-40B4-BE49-F238E27FC236}">
                <a16:creationId xmlns:a16="http://schemas.microsoft.com/office/drawing/2014/main" id="{BCD472C1-BF7F-4D39-A87D-32A5E22C9721}"/>
              </a:ext>
            </a:extLst>
          </p:cNvPr>
          <p:cNvSpPr>
            <a:spLocks xmlns:a="http://schemas.openxmlformats.org/drawingml/2006/main" noGrp="1"/>
          </p:cNvSpPr>
          <p:nvPr/>
        </p:nvSpPr>
        <p:spPr>
          <a:xfrm xmlns:a="http://schemas.openxmlformats.org/drawingml/2006/main">
            <a:off x="8191500" y="3714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Market Potential</a:t>
            </a:r>
          </a:p>
        </p:txBody>
      </p:sp>
      <p:sp>
        <p:nvSpPr>
          <p:cNvPr id="19" name="">
            <a:extLst xmlns:a="http://schemas.openxmlformats.org/drawingml/2006/main">
              <a:ext uri="{FF2B5EF4-FFF2-40B4-BE49-F238E27FC236}">
                <a16:creationId xmlns:a16="http://schemas.microsoft.com/office/drawing/2014/main" id="{3610F30B-45F8-4A03-9BB3-F67FE0228B8E}"/>
              </a:ext>
            </a:extLst>
          </p:cNvPr>
          <p:cNvSpPr>
            <a:spLocks xmlns:a="http://schemas.openxmlformats.org/drawingml/2006/main" noGrp="1"/>
          </p:cNvSpPr>
          <p:nvPr/>
        </p:nvSpPr>
        <p:spPr>
          <a:xfrm xmlns:a="http://schemas.openxmlformats.org/drawingml/2006/main">
            <a:off x="8191500" y="4095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Hanover proof point: approximately $35.7K fixed-fee SOW for six months.</a:t>
            </a:r>
          </a:p>
        </p:txBody>
      </p:sp>
    </p:spTree>
    <p:extLst>
      <p:ext uri="{BB962C8B-B14F-4D97-AF65-F5344CB8AC3E}">
        <p14:creationId xmlns:p14="http://schemas.microsoft.com/office/powerpoint/2010/main" val="4715694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1849E29-F83D-4B9A-9FE6-33A2DBEF23CB}"/>
              </a:ext>
            </a:extLst>
          </p:cNvPr>
          <p:cNvSpPr>
            <a:spLocks xmlns:a="http://schemas.openxmlformats.org/drawingml/2006/main" noGrp="1"/>
          </p:cNvSpPr>
          <p:nvPr/>
        </p:nvSpPr>
        <p:spPr>
          <a:xfrm xmlns:a="http://schemas.openxmlformats.org/drawingml/2006/main">
            <a:off x="0" y="0"/>
            <a:ext cx="12192000" cy="66675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B9B44A-72B0-4BEA-890D-AAACB9DB5399}"/>
              </a:ext>
            </a:extLst>
          </p:cNvPr>
          <p:cNvSpPr>
            <a:spLocks xmlns:a="http://schemas.openxmlformats.org/drawingml/2006/main" noGrp="1"/>
          </p:cNvSpPr>
          <p:nvPr/>
        </p:nvSpPr>
        <p:spPr>
          <a:xfrm xmlns:a="http://schemas.openxmlformats.org/drawingml/2006/main">
            <a:off x="400050" y="171450"/>
            <a:ext cx="1138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Zero-Touch Stay-Current: Automate OS In-Place Upgrade</a:t>
            </a:r>
          </a:p>
        </p:txBody>
      </p:sp>
      <p:sp>
        <p:nvSpPr>
          <p:cNvPr id="3" name="">
            <a:extLst xmlns:a="http://schemas.openxmlformats.org/drawingml/2006/main">
              <a:ext uri="{FF2B5EF4-FFF2-40B4-BE49-F238E27FC236}">
                <a16:creationId xmlns:a16="http://schemas.microsoft.com/office/drawing/2014/main" id="{9B5A8D01-3BB0-4B49-B66B-12BF3CFF2CE2}"/>
              </a:ext>
            </a:extLst>
          </p:cNvPr>
          <p:cNvSpPr>
            <a:spLocks xmlns:a="http://schemas.openxmlformats.org/drawingml/2006/main" noGrp="1"/>
          </p:cNvSpPr>
          <p:nvPr/>
        </p:nvSpPr>
        <p:spPr>
          <a:xfrm xmlns:a="http://schemas.openxmlformats.org/drawingml/2006/main">
            <a:off x="428625" y="6496050"/>
            <a:ext cx="285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F07B67A9-3F89-4377-A8E0-EDB28A263EAB}"/>
              </a:ext>
            </a:extLst>
          </p:cNvPr>
          <p:cNvSpPr>
            <a:spLocks xmlns:a="http://schemas.openxmlformats.org/drawingml/2006/main" noGrp="1"/>
          </p:cNvSpPr>
          <p:nvPr/>
        </p:nvSpPr>
        <p:spPr>
          <a:xfrm xmlns:a="http://schemas.openxmlformats.org/drawingml/2006/main">
            <a:off x="1019175" y="6496050"/>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 2026 Cognizant  |  Confidential &amp; Proprietary</a:t>
            </a:r>
          </a:p>
        </p:txBody>
      </p:sp>
      <p:pic>
        <p:nvPicPr>
          <p:cNvPr id="5" name="">
            <a:extLst xmlns:a="http://schemas.openxmlformats.org/drawingml/2006/main">
              <a:ext uri="{FF2B5EF4-FFF2-40B4-BE49-F238E27FC236}">
                <a16:creationId xmlns:a16="http://schemas.microsoft.com/office/drawing/2014/main" id="{88E72FC4-3489-4ADF-8B31-646B62814534}"/>
              </a:ext>
            </a:extLst>
          </p:cNvPr>
          <p:cNvPicPr>
            <a:picLocks xmlns:a="http://schemas.openxmlformats.org/drawingml/2006/main" noChangeAspect="1"/>
          </p:cNvPicPr>
          <p:nvPr/>
        </p:nvPicPr>
        <p:blipFill>
          <a:blip xmlns:r="http://schemas.openxmlformats.org/officeDocument/2006/relationships" xmlns:a="http://schemas.openxmlformats.org/drawingml/2006/main" r:embed="R53163fe53d9f4538"/>
          <a:stretch xmlns:a="http://schemas.openxmlformats.org/drawingml/2006/main"/>
        </p:blipFill>
        <p:spPr>
          <a:xfrm xmlns:a="http://schemas.openxmlformats.org/drawingml/2006/main">
            <a:off x="10294528" y="6334125"/>
            <a:ext cx="1461319" cy="39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EAC38C-2583-49B8-A811-0D6296A249D2}"/>
              </a:ext>
            </a:extLst>
          </p:cNvPr>
          <p:cNvSpPr>
            <a:spLocks xmlns:a="http://schemas.openxmlformats.org/drawingml/2006/main" noGrp="1"/>
          </p:cNvSpPr>
          <p:nvPr/>
        </p:nvSpPr>
        <p:spPr>
          <a:xfrm xmlns:a="http://schemas.openxmlformats.org/drawingml/2006/main">
            <a:off x="4124325" y="1104900"/>
            <a:ext cx="0" cy="4857750"/>
          </a:xfrm>
          <a:prstGeom xmlns:a="http://schemas.openxmlformats.org/drawingml/2006/main" prst="line">
            <a:avLst/>
          </a:prstGeom>
          <a:ln xmlns:a="http://schemas.openxmlformats.org/drawingml/2006/main" w="11430">
            <a:solidFill>
              <a:srgbClr val="00BFC9"/>
            </a:solidFill>
          </a:ln>
        </p:spPr>
      </p:sp>
      <p:sp>
        <p:nvSpPr>
          <p:cNvPr id="7" name="">
            <a:extLst xmlns:a="http://schemas.openxmlformats.org/drawingml/2006/main">
              <a:ext uri="{FF2B5EF4-FFF2-40B4-BE49-F238E27FC236}">
                <a16:creationId xmlns:a16="http://schemas.microsoft.com/office/drawing/2014/main" id="{689164F6-724E-453E-8BF4-CB17EDD69A58}"/>
              </a:ext>
            </a:extLst>
          </p:cNvPr>
          <p:cNvSpPr>
            <a:spLocks xmlns:a="http://schemas.openxmlformats.org/drawingml/2006/main" noGrp="1"/>
          </p:cNvSpPr>
          <p:nvPr/>
        </p:nvSpPr>
        <p:spPr>
          <a:xfrm xmlns:a="http://schemas.openxmlformats.org/drawingml/2006/main">
            <a:off x="7981950" y="1104900"/>
            <a:ext cx="0" cy="4857750"/>
          </a:xfrm>
          <a:prstGeom xmlns:a="http://schemas.openxmlformats.org/drawingml/2006/main" prst="line">
            <a:avLst/>
          </a:prstGeom>
          <a:ln xmlns:a="http://schemas.openxmlformats.org/drawingml/2006/main" w="11430">
            <a:solidFill>
              <a:srgbClr val="00BFC9"/>
            </a:solidFill>
          </a:ln>
        </p:spPr>
      </p:sp>
      <p:sp>
        <p:nvSpPr>
          <p:cNvPr id="8" name="">
            <a:extLst xmlns:a="http://schemas.openxmlformats.org/drawingml/2006/main">
              <a:ext uri="{FF2B5EF4-FFF2-40B4-BE49-F238E27FC236}">
                <a16:creationId xmlns:a16="http://schemas.microsoft.com/office/drawing/2014/main" id="{AE3F4F54-A7D8-49C8-A6F2-A524B71843AE}"/>
              </a:ext>
            </a:extLst>
          </p:cNvPr>
          <p:cNvSpPr>
            <a:spLocks xmlns:a="http://schemas.openxmlformats.org/drawingml/2006/main" noGrp="1"/>
          </p:cNvSpPr>
          <p:nvPr/>
        </p:nvSpPr>
        <p:spPr>
          <a:xfrm xmlns:a="http://schemas.openxmlformats.org/drawingml/2006/main">
            <a:off x="523875" y="1047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Commercial Viability</a:t>
            </a:r>
          </a:p>
        </p:txBody>
      </p:sp>
      <p:sp>
        <p:nvSpPr>
          <p:cNvPr id="9" name="">
            <a:extLst xmlns:a="http://schemas.openxmlformats.org/drawingml/2006/main">
              <a:ext uri="{FF2B5EF4-FFF2-40B4-BE49-F238E27FC236}">
                <a16:creationId xmlns:a16="http://schemas.microsoft.com/office/drawing/2014/main" id="{8D6B1D76-4245-4574-BF1E-1DAF4B7853A3}"/>
              </a:ext>
            </a:extLst>
          </p:cNvPr>
          <p:cNvSpPr>
            <a:spLocks xmlns:a="http://schemas.openxmlformats.org/drawingml/2006/main" noGrp="1"/>
          </p:cNvSpPr>
          <p:nvPr/>
        </p:nvSpPr>
        <p:spPr>
          <a:xfrm xmlns:a="http://schemas.openxmlformats.org/drawingml/2006/main">
            <a:off x="523875" y="1428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The idea helped secure a short-term SOW for OS upgrade automation, with approximately $35.7K benefit.</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Hanover has signed the SOW, according to the submission.</a:t>
            </a:r>
          </a:p>
        </p:txBody>
      </p:sp>
      <p:sp>
        <p:nvSpPr>
          <p:cNvPr id="10" name="">
            <a:extLst xmlns:a="http://schemas.openxmlformats.org/drawingml/2006/main">
              <a:ext uri="{FF2B5EF4-FFF2-40B4-BE49-F238E27FC236}">
                <a16:creationId xmlns:a16="http://schemas.microsoft.com/office/drawing/2014/main" id="{A349FCBC-E3E2-4994-9552-0202E0237596}"/>
              </a:ext>
            </a:extLst>
          </p:cNvPr>
          <p:cNvSpPr>
            <a:spLocks xmlns:a="http://schemas.openxmlformats.org/drawingml/2006/main" noGrp="1"/>
          </p:cNvSpPr>
          <p:nvPr/>
        </p:nvSpPr>
        <p:spPr>
          <a:xfrm xmlns:a="http://schemas.openxmlformats.org/drawingml/2006/main">
            <a:off x="523875" y="3714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Key Risks &amp; Assumptions</a:t>
            </a:r>
          </a:p>
        </p:txBody>
      </p:sp>
      <p:sp>
        <p:nvSpPr>
          <p:cNvPr id="11" name="">
            <a:extLst xmlns:a="http://schemas.openxmlformats.org/drawingml/2006/main">
              <a:ext uri="{FF2B5EF4-FFF2-40B4-BE49-F238E27FC236}">
                <a16:creationId xmlns:a16="http://schemas.microsoft.com/office/drawing/2014/main" id="{31331376-1587-426D-B69F-88E4EAC432B0}"/>
              </a:ext>
            </a:extLst>
          </p:cNvPr>
          <p:cNvSpPr>
            <a:spLocks xmlns:a="http://schemas.openxmlformats.org/drawingml/2006/main" noGrp="1"/>
          </p:cNvSpPr>
          <p:nvPr/>
        </p:nvSpPr>
        <p:spPr>
          <a:xfrm xmlns:a="http://schemas.openxmlformats.org/drawingml/2006/main">
            <a:off x="523875" y="4095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Application compatibility after in-place upgrades depends on client QA, particularly for the RHEL multi-hop path.</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Change windows and approvals limit throughput.</a:t>
            </a:r>
          </a:p>
        </p:txBody>
      </p:sp>
      <p:sp>
        <p:nvSpPr>
          <p:cNvPr id="12" name="">
            <a:extLst xmlns:a="http://schemas.openxmlformats.org/drawingml/2006/main">
              <a:ext uri="{FF2B5EF4-FFF2-40B4-BE49-F238E27FC236}">
                <a16:creationId xmlns:a16="http://schemas.microsoft.com/office/drawing/2014/main" id="{E57FEE6F-FD6F-4E43-BB44-69B13D87D367}"/>
              </a:ext>
            </a:extLst>
          </p:cNvPr>
          <p:cNvSpPr>
            <a:spLocks xmlns:a="http://schemas.openxmlformats.org/drawingml/2006/main" noGrp="1"/>
          </p:cNvSpPr>
          <p:nvPr/>
        </p:nvSpPr>
        <p:spPr>
          <a:xfrm xmlns:a="http://schemas.openxmlformats.org/drawingml/2006/main">
            <a:off x="4333875" y="1047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Next Steps Proposed</a:t>
            </a:r>
          </a:p>
        </p:txBody>
      </p:sp>
      <p:sp>
        <p:nvSpPr>
          <p:cNvPr id="13" name="">
            <a:extLst xmlns:a="http://schemas.openxmlformats.org/drawingml/2006/main">
              <a:ext uri="{FF2B5EF4-FFF2-40B4-BE49-F238E27FC236}">
                <a16:creationId xmlns:a16="http://schemas.microsoft.com/office/drawing/2014/main" id="{D327E362-F1F5-4581-9DD0-68374072FA25}"/>
              </a:ext>
            </a:extLst>
          </p:cNvPr>
          <p:cNvSpPr>
            <a:spLocks xmlns:a="http://schemas.openxmlformats.org/drawingml/2006/main" noGrp="1"/>
          </p:cNvSpPr>
          <p:nvPr/>
        </p:nvSpPr>
        <p:spPr>
          <a:xfrm xmlns:a="http://schemas.openxmlformats.org/drawingml/2006/main">
            <a:off x="4333875" y="1428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Deliver Hanover proof points: two zero-touch upgrades per OS in November.</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RING 0 live.</a:t>
            </a:r>
          </a:p>
        </p:txBody>
      </p:sp>
      <p:sp>
        <p:nvSpPr>
          <p:cNvPr id="14" name="">
            <a:extLst xmlns:a="http://schemas.openxmlformats.org/drawingml/2006/main">
              <a:ext uri="{FF2B5EF4-FFF2-40B4-BE49-F238E27FC236}">
                <a16:creationId xmlns:a16="http://schemas.microsoft.com/office/drawing/2014/main" id="{65059133-815D-4958-9A36-4FF2F31B3117}"/>
              </a:ext>
            </a:extLst>
          </p:cNvPr>
          <p:cNvSpPr>
            <a:spLocks xmlns:a="http://schemas.openxmlformats.org/drawingml/2006/main" noGrp="1"/>
          </p:cNvSpPr>
          <p:nvPr/>
        </p:nvSpPr>
        <p:spPr>
          <a:xfrm xmlns:a="http://schemas.openxmlformats.org/drawingml/2006/main">
            <a:off x="4333875" y="3714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Support / Resources Required</a:t>
            </a:r>
          </a:p>
        </p:txBody>
      </p:sp>
      <p:sp>
        <p:nvSpPr>
          <p:cNvPr id="15" name="">
            <a:extLst xmlns:a="http://schemas.openxmlformats.org/drawingml/2006/main">
              <a:ext uri="{FF2B5EF4-FFF2-40B4-BE49-F238E27FC236}">
                <a16:creationId xmlns:a16="http://schemas.microsoft.com/office/drawing/2014/main" id="{FC2FFD9A-6CB7-4BC2-9029-719BA92C9F29}"/>
              </a:ext>
            </a:extLst>
          </p:cNvPr>
          <p:cNvSpPr>
            <a:spLocks xmlns:a="http://schemas.openxmlformats.org/drawingml/2006/main" noGrp="1"/>
          </p:cNvSpPr>
          <p:nvPr/>
        </p:nvSpPr>
        <p:spPr>
          <a:xfrm xmlns:a="http://schemas.openxmlformats.org/drawingml/2006/main">
            <a:off x="4333875" y="4095750"/>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Technology: Ansible AAP, Jenkins and ServiceNow.</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Application owners support compatibility testing and sign-off.</a:t>
            </a:r>
          </a:p>
        </p:txBody>
      </p:sp>
      <p:sp>
        <p:nvSpPr>
          <p:cNvPr id="16" name="">
            <a:extLst xmlns:a="http://schemas.openxmlformats.org/drawingml/2006/main">
              <a:ext uri="{FF2B5EF4-FFF2-40B4-BE49-F238E27FC236}">
                <a16:creationId xmlns:a16="http://schemas.microsoft.com/office/drawing/2014/main" id="{C5C6EFB2-4E0E-4E3B-A096-3CCD3E21D6CA}"/>
              </a:ext>
            </a:extLst>
          </p:cNvPr>
          <p:cNvSpPr>
            <a:spLocks xmlns:a="http://schemas.openxmlformats.org/drawingml/2006/main" noGrp="1"/>
          </p:cNvSpPr>
          <p:nvPr/>
        </p:nvSpPr>
        <p:spPr>
          <a:xfrm xmlns:a="http://schemas.openxmlformats.org/drawingml/2006/main">
            <a:off x="8191500" y="10477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Big I Qualifiers: Self-Assessment</a:t>
            </a:r>
          </a:p>
        </p:txBody>
      </p:sp>
      <p:sp>
        <p:nvSpPr>
          <p:cNvPr id="17" name="">
            <a:extLst xmlns:a="http://schemas.openxmlformats.org/drawingml/2006/main">
              <a:ext uri="{FF2B5EF4-FFF2-40B4-BE49-F238E27FC236}">
                <a16:creationId xmlns:a16="http://schemas.microsoft.com/office/drawing/2014/main" id="{01B539C4-8519-43D1-842A-203C6152D916}"/>
              </a:ext>
            </a:extLst>
          </p:cNvPr>
          <p:cNvSpPr>
            <a:spLocks xmlns:a="http://schemas.openxmlformats.org/drawingml/2006/main" noGrp="1"/>
          </p:cNvSpPr>
          <p:nvPr/>
        </p:nvSpPr>
        <p:spPr>
          <a:xfrm xmlns:a="http://schemas.openxmlformats.org/drawingml/2006/main">
            <a:off x="8191500" y="1714500"/>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 Novelty of Innovation</a:t>
            </a:r>
          </a:p>
        </p:txBody>
      </p:sp>
      <p:sp>
        <p:nvSpPr>
          <p:cNvPr id="18" name="">
            <a:extLst xmlns:a="http://schemas.openxmlformats.org/drawingml/2006/main">
              <a:ext uri="{FF2B5EF4-FFF2-40B4-BE49-F238E27FC236}">
                <a16:creationId xmlns:a16="http://schemas.microsoft.com/office/drawing/2014/main" id="{B552314A-7D44-4A74-9525-AEA203D40C6C}"/>
              </a:ext>
            </a:extLst>
          </p:cNvPr>
          <p:cNvSpPr>
            <a:spLocks xmlns:a="http://schemas.openxmlformats.org/drawingml/2006/main" noGrp="1"/>
          </p:cNvSpPr>
          <p:nvPr/>
        </p:nvSpPr>
        <p:spPr>
          <a:xfrm xmlns:a="http://schemas.openxmlformats.org/drawingml/2006/main">
            <a:off x="8382000" y="195262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One engine across two towers, AI-planned</a:t>
            </a:r>
          </a:p>
        </p:txBody>
      </p:sp>
      <p:sp>
        <p:nvSpPr>
          <p:cNvPr id="19" name="">
            <a:extLst xmlns:a="http://schemas.openxmlformats.org/drawingml/2006/main">
              <a:ext uri="{FF2B5EF4-FFF2-40B4-BE49-F238E27FC236}">
                <a16:creationId xmlns:a16="http://schemas.microsoft.com/office/drawing/2014/main" id="{FE0E01A5-8850-442B-90FC-5DAC91CBB157}"/>
              </a:ext>
            </a:extLst>
          </p:cNvPr>
          <p:cNvSpPr>
            <a:spLocks xmlns:a="http://schemas.openxmlformats.org/drawingml/2006/main" noGrp="1"/>
          </p:cNvSpPr>
          <p:nvPr/>
        </p:nvSpPr>
        <p:spPr>
          <a:xfrm xmlns:a="http://schemas.openxmlformats.org/drawingml/2006/main">
            <a:off x="8191500" y="2276475"/>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454955"/>
                </a:solidFill>
                <a:latin typeface="Arial"/>
                <a:ea typeface="Arial"/>
                <a:cs typeface="Arial"/>
              </a:defRPr>
            </a:defPPr>
            <a:lvl1pPr>
              <a:defRPr sz="1350" b="1">
                <a:solidFill>
                  <a:srgbClr val="454955"/>
                </a:solidFill>
                <a:latin typeface="Arial"/>
                <a:ea typeface="Arial"/>
                <a:cs typeface="Arial"/>
              </a:defRPr>
            </a:lvl1pPr>
            <a:lvl2pPr>
              <a:defRPr sz="1350" b="1">
                <a:solidFill>
                  <a:srgbClr val="454955"/>
                </a:solidFill>
                <a:latin typeface="Arial"/>
                <a:ea typeface="Arial"/>
                <a:cs typeface="Arial"/>
              </a:defRPr>
            </a:lvl2pPr>
            <a:lvl3pPr>
              <a:defRPr sz="1350" b="1">
                <a:solidFill>
                  <a:srgbClr val="454955"/>
                </a:solidFill>
                <a:latin typeface="Arial"/>
                <a:ea typeface="Arial"/>
                <a:cs typeface="Arial"/>
              </a:defRPr>
            </a:lvl3pPr>
            <a:lvl4pPr>
              <a:defRPr sz="1350" b="1">
                <a:solidFill>
                  <a:srgbClr val="454955"/>
                </a:solidFill>
                <a:latin typeface="Arial"/>
                <a:ea typeface="Arial"/>
                <a:cs typeface="Arial"/>
              </a:defRPr>
            </a:lvl4pPr>
            <a:lvl5pPr>
              <a:defRPr sz="1350" b="1">
                <a:solidFill>
                  <a:srgbClr val="454955"/>
                </a:solidFill>
                <a:latin typeface="Arial"/>
                <a:ea typeface="Arial"/>
                <a:cs typeface="Arial"/>
              </a:defRPr>
            </a:lvl5pPr>
            <a:lvl6pPr>
              <a:defRPr sz="1350" b="1">
                <a:solidFill>
                  <a:srgbClr val="454955"/>
                </a:solidFill>
                <a:latin typeface="Arial"/>
                <a:ea typeface="Arial"/>
                <a:cs typeface="Arial"/>
              </a:defRPr>
            </a:lvl6pPr>
            <a:lvl7pPr>
              <a:defRPr sz="1350" b="1">
                <a:solidFill>
                  <a:srgbClr val="454955"/>
                </a:solidFill>
                <a:latin typeface="Arial"/>
                <a:ea typeface="Arial"/>
                <a:cs typeface="Arial"/>
              </a:defRPr>
            </a:lvl7pPr>
            <a:lvl8pPr>
              <a:defRPr sz="1350" b="1">
                <a:solidFill>
                  <a:srgbClr val="454955"/>
                </a:solidFill>
                <a:latin typeface="Arial"/>
                <a:ea typeface="Arial"/>
                <a:cs typeface="Arial"/>
              </a:defRPr>
            </a:lvl8pPr>
            <a:lvl9pPr>
              <a:defRPr sz="1350" b="1">
                <a:solidFill>
                  <a:srgbClr val="454955"/>
                </a:solidFill>
                <a:latin typeface="Arial"/>
                <a:ea typeface="Arial"/>
                <a:cs typeface="Arial"/>
              </a:defRPr>
            </a:lvl9pPr>
          </a:lstStyle>
          <a:p xmlns:a="http://schemas.openxmlformats.org/drawingml/2006/main">
            <a:pPr>
              <a:defRPr sz="1350" b="1">
                <a:solidFill>
                  <a:srgbClr val="454955"/>
                </a:solidFill>
                <a:latin typeface="Arial"/>
                <a:ea typeface="Arial"/>
                <a:cs typeface="Arial"/>
              </a:defRPr>
            </a:pPr>
            <a:r>
              <a:rPr sz="1350" b="1">
                <a:solidFill>
                  <a:srgbClr val="454955"/>
                </a:solidFill>
                <a:latin typeface="Arial"/>
                <a:ea typeface="Arial"/>
                <a:cs typeface="Arial"/>
              </a:rPr>
              <a:t>□ Uncontested Market Space</a:t>
            </a:r>
          </a:p>
        </p:txBody>
      </p:sp>
      <p:sp>
        <p:nvSpPr>
          <p:cNvPr id="20" name="">
            <a:extLst xmlns:a="http://schemas.openxmlformats.org/drawingml/2006/main">
              <a:ext uri="{FF2B5EF4-FFF2-40B4-BE49-F238E27FC236}">
                <a16:creationId xmlns:a16="http://schemas.microsoft.com/office/drawing/2014/main" id="{6A82BC68-EC4C-406C-9801-25C703448DF2}"/>
              </a:ext>
            </a:extLst>
          </p:cNvPr>
          <p:cNvSpPr>
            <a:spLocks xmlns:a="http://schemas.openxmlformats.org/drawingml/2006/main" noGrp="1"/>
          </p:cNvSpPr>
          <p:nvPr/>
        </p:nvSpPr>
        <p:spPr>
          <a:xfrm xmlns:a="http://schemas.openxmlformats.org/drawingml/2006/main">
            <a:off x="8382000" y="25146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Point tools exist per layer</a:t>
            </a:r>
          </a:p>
        </p:txBody>
      </p:sp>
      <p:sp>
        <p:nvSpPr>
          <p:cNvPr id="21" name="">
            <a:extLst xmlns:a="http://schemas.openxmlformats.org/drawingml/2006/main">
              <a:ext uri="{FF2B5EF4-FFF2-40B4-BE49-F238E27FC236}">
                <a16:creationId xmlns:a16="http://schemas.microsoft.com/office/drawing/2014/main" id="{9AF92A4C-2883-4450-8A99-E9DA5CEF4366}"/>
              </a:ext>
            </a:extLst>
          </p:cNvPr>
          <p:cNvSpPr>
            <a:spLocks xmlns:a="http://schemas.openxmlformats.org/drawingml/2006/main" noGrp="1"/>
          </p:cNvSpPr>
          <p:nvPr/>
        </p:nvSpPr>
        <p:spPr>
          <a:xfrm xmlns:a="http://schemas.openxmlformats.org/drawingml/2006/main">
            <a:off x="8191500" y="2838450"/>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454955"/>
                </a:solidFill>
                <a:latin typeface="Arial"/>
                <a:ea typeface="Arial"/>
                <a:cs typeface="Arial"/>
              </a:defRPr>
            </a:defPPr>
            <a:lvl1pPr>
              <a:defRPr sz="1350" b="1">
                <a:solidFill>
                  <a:srgbClr val="454955"/>
                </a:solidFill>
                <a:latin typeface="Arial"/>
                <a:ea typeface="Arial"/>
                <a:cs typeface="Arial"/>
              </a:defRPr>
            </a:lvl1pPr>
            <a:lvl2pPr>
              <a:defRPr sz="1350" b="1">
                <a:solidFill>
                  <a:srgbClr val="454955"/>
                </a:solidFill>
                <a:latin typeface="Arial"/>
                <a:ea typeface="Arial"/>
                <a:cs typeface="Arial"/>
              </a:defRPr>
            </a:lvl2pPr>
            <a:lvl3pPr>
              <a:defRPr sz="1350" b="1">
                <a:solidFill>
                  <a:srgbClr val="454955"/>
                </a:solidFill>
                <a:latin typeface="Arial"/>
                <a:ea typeface="Arial"/>
                <a:cs typeface="Arial"/>
              </a:defRPr>
            </a:lvl3pPr>
            <a:lvl4pPr>
              <a:defRPr sz="1350" b="1">
                <a:solidFill>
                  <a:srgbClr val="454955"/>
                </a:solidFill>
                <a:latin typeface="Arial"/>
                <a:ea typeface="Arial"/>
                <a:cs typeface="Arial"/>
              </a:defRPr>
            </a:lvl4pPr>
            <a:lvl5pPr>
              <a:defRPr sz="1350" b="1">
                <a:solidFill>
                  <a:srgbClr val="454955"/>
                </a:solidFill>
                <a:latin typeface="Arial"/>
                <a:ea typeface="Arial"/>
                <a:cs typeface="Arial"/>
              </a:defRPr>
            </a:lvl5pPr>
            <a:lvl6pPr>
              <a:defRPr sz="1350" b="1">
                <a:solidFill>
                  <a:srgbClr val="454955"/>
                </a:solidFill>
                <a:latin typeface="Arial"/>
                <a:ea typeface="Arial"/>
                <a:cs typeface="Arial"/>
              </a:defRPr>
            </a:lvl6pPr>
            <a:lvl7pPr>
              <a:defRPr sz="1350" b="1">
                <a:solidFill>
                  <a:srgbClr val="454955"/>
                </a:solidFill>
                <a:latin typeface="Arial"/>
                <a:ea typeface="Arial"/>
                <a:cs typeface="Arial"/>
              </a:defRPr>
            </a:lvl7pPr>
            <a:lvl8pPr>
              <a:defRPr sz="1350" b="1">
                <a:solidFill>
                  <a:srgbClr val="454955"/>
                </a:solidFill>
                <a:latin typeface="Arial"/>
                <a:ea typeface="Arial"/>
                <a:cs typeface="Arial"/>
              </a:defRPr>
            </a:lvl8pPr>
            <a:lvl9pPr>
              <a:defRPr sz="1350" b="1">
                <a:solidFill>
                  <a:srgbClr val="454955"/>
                </a:solidFill>
                <a:latin typeface="Arial"/>
                <a:ea typeface="Arial"/>
                <a:cs typeface="Arial"/>
              </a:defRPr>
            </a:lvl9pPr>
          </a:lstStyle>
          <a:p xmlns:a="http://schemas.openxmlformats.org/drawingml/2006/main">
            <a:pPr>
              <a:defRPr sz="1350" b="1">
                <a:solidFill>
                  <a:srgbClr val="454955"/>
                </a:solidFill>
                <a:latin typeface="Arial"/>
                <a:ea typeface="Arial"/>
                <a:cs typeface="Arial"/>
              </a:defRPr>
            </a:pPr>
            <a:r>
              <a:rPr sz="1350" b="1">
                <a:solidFill>
                  <a:srgbClr val="454955"/>
                </a:solidFill>
                <a:latin typeface="Arial"/>
                <a:ea typeface="Arial"/>
                <a:cs typeface="Arial"/>
              </a:rPr>
              <a:t>□ Competition Irrelevance</a:t>
            </a:r>
          </a:p>
        </p:txBody>
      </p:sp>
      <p:sp>
        <p:nvSpPr>
          <p:cNvPr id="22" name="">
            <a:extLst xmlns:a="http://schemas.openxmlformats.org/drawingml/2006/main">
              <a:ext uri="{FF2B5EF4-FFF2-40B4-BE49-F238E27FC236}">
                <a16:creationId xmlns:a16="http://schemas.microsoft.com/office/drawing/2014/main" id="{82D7A77D-755D-4E5B-89D8-1D6E93121969}"/>
              </a:ext>
            </a:extLst>
          </p:cNvPr>
          <p:cNvSpPr>
            <a:spLocks xmlns:a="http://schemas.openxmlformats.org/drawingml/2006/main" noGrp="1"/>
          </p:cNvSpPr>
          <p:nvPr/>
        </p:nvSpPr>
        <p:spPr>
          <a:xfrm xmlns:a="http://schemas.openxmlformats.org/drawingml/2006/main">
            <a:off x="8382000" y="30765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Differentiates, without making rivals obsolete</a:t>
            </a:r>
          </a:p>
        </p:txBody>
      </p:sp>
      <p:sp>
        <p:nvSpPr>
          <p:cNvPr id="23" name="">
            <a:extLst xmlns:a="http://schemas.openxmlformats.org/drawingml/2006/main">
              <a:ext uri="{FF2B5EF4-FFF2-40B4-BE49-F238E27FC236}">
                <a16:creationId xmlns:a16="http://schemas.microsoft.com/office/drawing/2014/main" id="{8A974659-9876-4961-B43F-FDAA18085D62}"/>
              </a:ext>
            </a:extLst>
          </p:cNvPr>
          <p:cNvSpPr>
            <a:spLocks xmlns:a="http://schemas.openxmlformats.org/drawingml/2006/main" noGrp="1"/>
          </p:cNvSpPr>
          <p:nvPr/>
        </p:nvSpPr>
        <p:spPr>
          <a:xfrm xmlns:a="http://schemas.openxmlformats.org/drawingml/2006/main">
            <a:off x="8191500" y="3400425"/>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 New Demand Creation</a:t>
            </a:r>
          </a:p>
        </p:txBody>
      </p:sp>
      <p:sp>
        <p:nvSpPr>
          <p:cNvPr id="24" name="">
            <a:extLst xmlns:a="http://schemas.openxmlformats.org/drawingml/2006/main">
              <a:ext uri="{FF2B5EF4-FFF2-40B4-BE49-F238E27FC236}">
                <a16:creationId xmlns:a16="http://schemas.microsoft.com/office/drawing/2014/main" id="{23613E4D-4151-4F20-A1E0-1D9907491A4C}"/>
              </a:ext>
            </a:extLst>
          </p:cNvPr>
          <p:cNvSpPr>
            <a:spLocks xmlns:a="http://schemas.openxmlformats.org/drawingml/2006/main" noGrp="1"/>
          </p:cNvSpPr>
          <p:nvPr/>
        </p:nvSpPr>
        <p:spPr>
          <a:xfrm xmlns:a="http://schemas.openxmlformats.org/drawingml/2006/main">
            <a:off x="8382000" y="363855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One-off upgrades become an “always N-1” service</a:t>
            </a:r>
          </a:p>
        </p:txBody>
      </p:sp>
      <p:sp>
        <p:nvSpPr>
          <p:cNvPr id="25" name="">
            <a:extLst xmlns:a="http://schemas.openxmlformats.org/drawingml/2006/main">
              <a:ext uri="{FF2B5EF4-FFF2-40B4-BE49-F238E27FC236}">
                <a16:creationId xmlns:a16="http://schemas.microsoft.com/office/drawing/2014/main" id="{A0E92B61-ACDB-489A-A139-CBFEAB22FE38}"/>
              </a:ext>
            </a:extLst>
          </p:cNvPr>
          <p:cNvSpPr>
            <a:spLocks xmlns:a="http://schemas.openxmlformats.org/drawingml/2006/main" noGrp="1"/>
          </p:cNvSpPr>
          <p:nvPr/>
        </p:nvSpPr>
        <p:spPr>
          <a:xfrm xmlns:a="http://schemas.openxmlformats.org/drawingml/2006/main">
            <a:off x="8191500" y="3962400"/>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 Extent of Impact</a:t>
            </a:r>
          </a:p>
        </p:txBody>
      </p:sp>
      <p:sp>
        <p:nvSpPr>
          <p:cNvPr id="26" name="">
            <a:extLst xmlns:a="http://schemas.openxmlformats.org/drawingml/2006/main">
              <a:ext uri="{FF2B5EF4-FFF2-40B4-BE49-F238E27FC236}">
                <a16:creationId xmlns:a16="http://schemas.microsoft.com/office/drawing/2014/main" id="{0A589013-9B96-4B8D-98EA-A934F51D226B}"/>
              </a:ext>
            </a:extLst>
          </p:cNvPr>
          <p:cNvSpPr>
            <a:spLocks xmlns:a="http://schemas.openxmlformats.org/drawingml/2006/main" noGrp="1"/>
          </p:cNvSpPr>
          <p:nvPr/>
        </p:nvSpPr>
        <p:spPr>
          <a:xfrm xmlns:a="http://schemas.openxmlformats.org/drawingml/2006/main">
            <a:off x="8382000" y="420052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Regulated enterprises with end-of-life debt</a:t>
            </a:r>
          </a:p>
        </p:txBody>
      </p:sp>
      <p:sp>
        <p:nvSpPr>
          <p:cNvPr id="27" name="">
            <a:extLst xmlns:a="http://schemas.openxmlformats.org/drawingml/2006/main">
              <a:ext uri="{FF2B5EF4-FFF2-40B4-BE49-F238E27FC236}">
                <a16:creationId xmlns:a16="http://schemas.microsoft.com/office/drawing/2014/main" id="{957D9483-6938-4A85-94E0-081202EC3E66}"/>
              </a:ext>
            </a:extLst>
          </p:cNvPr>
          <p:cNvSpPr>
            <a:spLocks xmlns:a="http://schemas.openxmlformats.org/drawingml/2006/main" noGrp="1"/>
          </p:cNvSpPr>
          <p:nvPr/>
        </p:nvSpPr>
        <p:spPr>
          <a:xfrm xmlns:a="http://schemas.openxmlformats.org/drawingml/2006/main">
            <a:off x="8191500" y="4524375"/>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 Risk Involved</a:t>
            </a:r>
          </a:p>
        </p:txBody>
      </p:sp>
      <p:sp>
        <p:nvSpPr>
          <p:cNvPr id="28" name="">
            <a:extLst xmlns:a="http://schemas.openxmlformats.org/drawingml/2006/main">
              <a:ext uri="{FF2B5EF4-FFF2-40B4-BE49-F238E27FC236}">
                <a16:creationId xmlns:a16="http://schemas.microsoft.com/office/drawing/2014/main" id="{27E02733-1EF8-4524-94B1-9BEF9041A4A9}"/>
              </a:ext>
            </a:extLst>
          </p:cNvPr>
          <p:cNvSpPr>
            <a:spLocks xmlns:a="http://schemas.openxmlformats.org/drawingml/2006/main" noGrp="1"/>
          </p:cNvSpPr>
          <p:nvPr/>
        </p:nvSpPr>
        <p:spPr>
          <a:xfrm xmlns:a="http://schemas.openxmlformats.org/drawingml/2006/main">
            <a:off x="8382000" y="47625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Autonomous changes in production</a:t>
            </a:r>
          </a:p>
        </p:txBody>
      </p:sp>
      <p:sp>
        <p:nvSpPr>
          <p:cNvPr id="29" name="">
            <a:extLst xmlns:a="http://schemas.openxmlformats.org/drawingml/2006/main">
              <a:ext uri="{FF2B5EF4-FFF2-40B4-BE49-F238E27FC236}">
                <a16:creationId xmlns:a16="http://schemas.microsoft.com/office/drawing/2014/main" id="{84DEAE6C-CD14-4CEC-9987-902B4E357F92}"/>
              </a:ext>
            </a:extLst>
          </p:cNvPr>
          <p:cNvSpPr>
            <a:spLocks xmlns:a="http://schemas.openxmlformats.org/drawingml/2006/main" noGrp="1"/>
          </p:cNvSpPr>
          <p:nvPr/>
        </p:nvSpPr>
        <p:spPr>
          <a:xfrm xmlns:a="http://schemas.openxmlformats.org/drawingml/2006/main">
            <a:off x="8191500" y="5086350"/>
            <a:ext cx="3381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 Scalable &amp; Profitable by Design</a:t>
            </a:r>
          </a:p>
        </p:txBody>
      </p:sp>
      <p:sp>
        <p:nvSpPr>
          <p:cNvPr id="30" name="">
            <a:extLst xmlns:a="http://schemas.openxmlformats.org/drawingml/2006/main">
              <a:ext uri="{FF2B5EF4-FFF2-40B4-BE49-F238E27FC236}">
                <a16:creationId xmlns:a16="http://schemas.microsoft.com/office/drawing/2014/main" id="{2A2D0673-5357-4F7D-B0A4-408F1D5C5469}"/>
              </a:ext>
            </a:extLst>
          </p:cNvPr>
          <p:cNvSpPr>
            <a:spLocks xmlns:a="http://schemas.openxmlformats.org/drawingml/2006/main" noGrp="1"/>
          </p:cNvSpPr>
          <p:nvPr/>
        </p:nvSpPr>
        <p:spPr>
          <a:xfrm xmlns:a="http://schemas.openxmlformats.org/drawingml/2006/main">
            <a:off x="8382000" y="53244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454955"/>
                </a:solidFill>
                <a:latin typeface="Arial"/>
                <a:ea typeface="Arial"/>
                <a:cs typeface="Arial"/>
              </a:defRPr>
            </a:defPPr>
            <a:lvl1pPr>
              <a:defRPr sz="1125" b="0">
                <a:solidFill>
                  <a:srgbClr val="454955"/>
                </a:solidFill>
                <a:latin typeface="Arial"/>
                <a:ea typeface="Arial"/>
                <a:cs typeface="Arial"/>
              </a:defRPr>
            </a:lvl1pPr>
            <a:lvl2pPr>
              <a:defRPr sz="1125" b="0">
                <a:solidFill>
                  <a:srgbClr val="454955"/>
                </a:solidFill>
                <a:latin typeface="Arial"/>
                <a:ea typeface="Arial"/>
                <a:cs typeface="Arial"/>
              </a:defRPr>
            </a:lvl2pPr>
            <a:lvl3pPr>
              <a:defRPr sz="1125" b="0">
                <a:solidFill>
                  <a:srgbClr val="454955"/>
                </a:solidFill>
                <a:latin typeface="Arial"/>
                <a:ea typeface="Arial"/>
                <a:cs typeface="Arial"/>
              </a:defRPr>
            </a:lvl3pPr>
            <a:lvl4pPr>
              <a:defRPr sz="1125" b="0">
                <a:solidFill>
                  <a:srgbClr val="454955"/>
                </a:solidFill>
                <a:latin typeface="Arial"/>
                <a:ea typeface="Arial"/>
                <a:cs typeface="Arial"/>
              </a:defRPr>
            </a:lvl4pPr>
            <a:lvl5pPr>
              <a:defRPr sz="1125" b="0">
                <a:solidFill>
                  <a:srgbClr val="454955"/>
                </a:solidFill>
                <a:latin typeface="Arial"/>
                <a:ea typeface="Arial"/>
                <a:cs typeface="Arial"/>
              </a:defRPr>
            </a:lvl5pPr>
            <a:lvl6pPr>
              <a:defRPr sz="1125" b="0">
                <a:solidFill>
                  <a:srgbClr val="454955"/>
                </a:solidFill>
                <a:latin typeface="Arial"/>
                <a:ea typeface="Arial"/>
                <a:cs typeface="Arial"/>
              </a:defRPr>
            </a:lvl6pPr>
            <a:lvl7pPr>
              <a:defRPr sz="1125" b="0">
                <a:solidFill>
                  <a:srgbClr val="454955"/>
                </a:solidFill>
                <a:latin typeface="Arial"/>
                <a:ea typeface="Arial"/>
                <a:cs typeface="Arial"/>
              </a:defRPr>
            </a:lvl7pPr>
            <a:lvl8pPr>
              <a:defRPr sz="1125" b="0">
                <a:solidFill>
                  <a:srgbClr val="454955"/>
                </a:solidFill>
                <a:latin typeface="Arial"/>
                <a:ea typeface="Arial"/>
                <a:cs typeface="Arial"/>
              </a:defRPr>
            </a:lvl8pPr>
            <a:lvl9pPr>
              <a:defRPr sz="1125" b="0">
                <a:solidFill>
                  <a:srgbClr val="454955"/>
                </a:solidFill>
                <a:latin typeface="Arial"/>
                <a:ea typeface="Arial"/>
                <a:cs typeface="Arial"/>
              </a:defRPr>
            </a:lvl9pPr>
          </a:lstStyle>
          <a:p xmlns:a="http://schemas.openxmlformats.org/drawingml/2006/main">
            <a:pPr>
              <a:defRPr sz="1125" b="0">
                <a:solidFill>
                  <a:srgbClr val="454955"/>
                </a:solidFill>
                <a:latin typeface="Arial"/>
                <a:ea typeface="Arial"/>
                <a:cs typeface="Arial"/>
              </a:defRPr>
            </a:pPr>
            <a:r>
              <a:rPr sz="1125" b="0">
                <a:solidFill>
                  <a:srgbClr val="454955"/>
                </a:solidFill>
                <a:latin typeface="Arial"/>
                <a:ea typeface="Arial"/>
                <a:cs typeface="Arial"/>
              </a:rPr>
              <a:t>Reusable IP and outcome pricing</a:t>
            </a:r>
          </a:p>
        </p:txBody>
      </p:sp>
      <p:sp>
        <p:nvSpPr>
          <p:cNvPr id="31" name="">
            <a:extLst xmlns:a="http://schemas.openxmlformats.org/drawingml/2006/main">
              <a:ext uri="{FF2B5EF4-FFF2-40B4-BE49-F238E27FC236}">
                <a16:creationId xmlns:a16="http://schemas.microsoft.com/office/drawing/2014/main" id="{ADAFE8CC-A874-4778-85E6-5B3EA0B60F40}"/>
              </a:ext>
            </a:extLst>
          </p:cNvPr>
          <p:cNvSpPr>
            <a:spLocks xmlns:a="http://schemas.openxmlformats.org/drawingml/2006/main" noGrp="1"/>
          </p:cNvSpPr>
          <p:nvPr/>
        </p:nvSpPr>
        <p:spPr>
          <a:xfrm xmlns:a="http://schemas.openxmlformats.org/drawingml/2006/main">
            <a:off x="8191500" y="58578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070442"/>
                </a:solidFill>
                <a:latin typeface="Arial"/>
                <a:ea typeface="Arial"/>
                <a:cs typeface="Arial"/>
              </a:defRPr>
            </a:defPPr>
            <a:lvl1pPr>
              <a:defRPr sz="1500" b="1">
                <a:solidFill>
                  <a:srgbClr val="070442"/>
                </a:solidFill>
                <a:latin typeface="Arial"/>
                <a:ea typeface="Arial"/>
                <a:cs typeface="Arial"/>
              </a:defRPr>
            </a:lvl1pPr>
            <a:lvl2pPr>
              <a:defRPr sz="1500" b="1">
                <a:solidFill>
                  <a:srgbClr val="070442"/>
                </a:solidFill>
                <a:latin typeface="Arial"/>
                <a:ea typeface="Arial"/>
                <a:cs typeface="Arial"/>
              </a:defRPr>
            </a:lvl2pPr>
            <a:lvl3pPr>
              <a:defRPr sz="1500" b="1">
                <a:solidFill>
                  <a:srgbClr val="070442"/>
                </a:solidFill>
                <a:latin typeface="Arial"/>
                <a:ea typeface="Arial"/>
                <a:cs typeface="Arial"/>
              </a:defRPr>
            </a:lvl3pPr>
            <a:lvl4pPr>
              <a:defRPr sz="1500" b="1">
                <a:solidFill>
                  <a:srgbClr val="070442"/>
                </a:solidFill>
                <a:latin typeface="Arial"/>
                <a:ea typeface="Arial"/>
                <a:cs typeface="Arial"/>
              </a:defRPr>
            </a:lvl4pPr>
            <a:lvl5pPr>
              <a:defRPr sz="1500" b="1">
                <a:solidFill>
                  <a:srgbClr val="070442"/>
                </a:solidFill>
                <a:latin typeface="Arial"/>
                <a:ea typeface="Arial"/>
                <a:cs typeface="Arial"/>
              </a:defRPr>
            </a:lvl5pPr>
            <a:lvl6pPr>
              <a:defRPr sz="1500" b="1">
                <a:solidFill>
                  <a:srgbClr val="070442"/>
                </a:solidFill>
                <a:latin typeface="Arial"/>
                <a:ea typeface="Arial"/>
                <a:cs typeface="Arial"/>
              </a:defRPr>
            </a:lvl6pPr>
            <a:lvl7pPr>
              <a:defRPr sz="1500" b="1">
                <a:solidFill>
                  <a:srgbClr val="070442"/>
                </a:solidFill>
                <a:latin typeface="Arial"/>
                <a:ea typeface="Arial"/>
                <a:cs typeface="Arial"/>
              </a:defRPr>
            </a:lvl7pPr>
            <a:lvl8pPr>
              <a:defRPr sz="1500" b="1">
                <a:solidFill>
                  <a:srgbClr val="070442"/>
                </a:solidFill>
                <a:latin typeface="Arial"/>
                <a:ea typeface="Arial"/>
                <a:cs typeface="Arial"/>
              </a:defRPr>
            </a:lvl8pPr>
            <a:lvl9pPr>
              <a:defRPr sz="1500" b="1">
                <a:solidFill>
                  <a:srgbClr val="070442"/>
                </a:solidFill>
                <a:latin typeface="Arial"/>
                <a:ea typeface="Arial"/>
                <a:cs typeface="Arial"/>
              </a:defRPr>
            </a:lvl9pPr>
          </a:lstStyle>
          <a:p xmlns:a="http://schemas.openxmlformats.org/drawingml/2006/main">
            <a:pPr>
              <a:defRPr sz="1500" b="1">
                <a:solidFill>
                  <a:srgbClr val="070442"/>
                </a:solidFill>
                <a:latin typeface="Arial"/>
                <a:ea typeface="Arial"/>
                <a:cs typeface="Arial"/>
              </a:defRPr>
            </a:pPr>
            <a:r>
              <a:rPr sz="1500" b="1">
                <a:solidFill>
                  <a:srgbClr val="070442"/>
                </a:solidFill>
                <a:latin typeface="Arial"/>
                <a:ea typeface="Arial"/>
                <a:cs typeface="Arial"/>
              </a:rPr>
              <a:t>5 of 7 qualifiers met</a:t>
            </a:r>
          </a:p>
        </p:txBody>
      </p:sp>
    </p:spTree>
    <p:extLst>
      <p:ext uri="{BB962C8B-B14F-4D97-AF65-F5344CB8AC3E}">
        <p14:creationId xmlns:p14="http://schemas.microsoft.com/office/powerpoint/2010/main" val="1200559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70BE96DC-20CE-4A18-B05C-6E53DF379EE5}"/>
              </a:ext>
            </a:extLst>
          </p:cNvPr>
          <p:cNvSpPr>
            <a:spLocks xmlns:a="http://schemas.openxmlformats.org/drawingml/2006/main" noGrp="1"/>
          </p:cNvSpPr>
          <p:nvPr/>
        </p:nvSpPr>
        <p:spPr>
          <a:xfrm xmlns:a="http://schemas.openxmlformats.org/drawingml/2006/main">
            <a:off x="0" y="0"/>
            <a:ext cx="12192000" cy="66675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4EE92F-2BB7-4475-A470-7376D2B3FA37}"/>
              </a:ext>
            </a:extLst>
          </p:cNvPr>
          <p:cNvSpPr>
            <a:spLocks xmlns:a="http://schemas.openxmlformats.org/drawingml/2006/main" noGrp="1"/>
          </p:cNvSpPr>
          <p:nvPr/>
        </p:nvSpPr>
        <p:spPr>
          <a:xfrm xmlns:a="http://schemas.openxmlformats.org/drawingml/2006/main">
            <a:off x="400050" y="171450"/>
            <a:ext cx="1138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OS Upgrade Execution Workflow</a:t>
            </a:r>
          </a:p>
        </p:txBody>
      </p:sp>
      <p:sp>
        <p:nvSpPr>
          <p:cNvPr id="3" name="">
            <a:extLst xmlns:a="http://schemas.openxmlformats.org/drawingml/2006/main">
              <a:ext uri="{FF2B5EF4-FFF2-40B4-BE49-F238E27FC236}">
                <a16:creationId xmlns:a16="http://schemas.microsoft.com/office/drawing/2014/main" id="{B04488B3-7F8C-477B-9D23-065349ADDC3A}"/>
              </a:ext>
            </a:extLst>
          </p:cNvPr>
          <p:cNvSpPr>
            <a:spLocks xmlns:a="http://schemas.openxmlformats.org/drawingml/2006/main" noGrp="1"/>
          </p:cNvSpPr>
          <p:nvPr/>
        </p:nvSpPr>
        <p:spPr>
          <a:xfrm xmlns:a="http://schemas.openxmlformats.org/drawingml/2006/main">
            <a:off x="428625" y="6496050"/>
            <a:ext cx="285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CA453432-2560-4C34-BCCD-3EDF9824B483}"/>
              </a:ext>
            </a:extLst>
          </p:cNvPr>
          <p:cNvSpPr>
            <a:spLocks xmlns:a="http://schemas.openxmlformats.org/drawingml/2006/main" noGrp="1"/>
          </p:cNvSpPr>
          <p:nvPr/>
        </p:nvSpPr>
        <p:spPr>
          <a:xfrm xmlns:a="http://schemas.openxmlformats.org/drawingml/2006/main">
            <a:off x="1019175" y="6496050"/>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 2026 Cognizant  |  Confidential &amp; Proprietary</a:t>
            </a:r>
          </a:p>
        </p:txBody>
      </p:sp>
      <p:pic>
        <p:nvPicPr>
          <p:cNvPr id="5" name="">
            <a:extLst xmlns:a="http://schemas.openxmlformats.org/drawingml/2006/main">
              <a:ext uri="{FF2B5EF4-FFF2-40B4-BE49-F238E27FC236}">
                <a16:creationId xmlns:a16="http://schemas.microsoft.com/office/drawing/2014/main" id="{42E45C6A-E6A8-40E1-BDBA-875779F102E3}"/>
              </a:ext>
            </a:extLst>
          </p:cNvPr>
          <p:cNvPicPr>
            <a:picLocks xmlns:a="http://schemas.openxmlformats.org/drawingml/2006/main" noChangeAspect="1"/>
          </p:cNvPicPr>
          <p:nvPr/>
        </p:nvPicPr>
        <p:blipFill>
          <a:blip xmlns:r="http://schemas.openxmlformats.org/officeDocument/2006/relationships" xmlns:a="http://schemas.openxmlformats.org/drawingml/2006/main" r:embed="R9df1506e68c2416d"/>
          <a:stretch xmlns:a="http://schemas.openxmlformats.org/drawingml/2006/main"/>
        </p:blipFill>
        <p:spPr>
          <a:xfrm xmlns:a="http://schemas.openxmlformats.org/drawingml/2006/main">
            <a:off x="10294528" y="6334125"/>
            <a:ext cx="1461319" cy="39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8817DE-21AA-45E0-8D8E-DEDCDCFAB1C3}"/>
              </a:ext>
            </a:extLst>
          </p:cNvPr>
          <p:cNvSpPr>
            <a:spLocks xmlns:a="http://schemas.openxmlformats.org/drawingml/2006/main" noGrp="1"/>
          </p:cNvSpPr>
          <p:nvPr/>
        </p:nvSpPr>
        <p:spPr>
          <a:xfrm xmlns:a="http://schemas.openxmlformats.org/drawingml/2006/main">
            <a:off x="523875" y="95250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70442"/>
                </a:solidFill>
                <a:latin typeface="Arial"/>
                <a:ea typeface="Arial"/>
                <a:cs typeface="Arial"/>
              </a:defRPr>
            </a:defPPr>
            <a:lvl1pPr>
              <a:defRPr sz="1800" b="1">
                <a:solidFill>
                  <a:srgbClr val="070442"/>
                </a:solidFill>
                <a:latin typeface="Arial"/>
                <a:ea typeface="Arial"/>
                <a:cs typeface="Arial"/>
              </a:defRPr>
            </a:lvl1pPr>
            <a:lvl2pPr>
              <a:defRPr sz="1800" b="1">
                <a:solidFill>
                  <a:srgbClr val="070442"/>
                </a:solidFill>
                <a:latin typeface="Arial"/>
                <a:ea typeface="Arial"/>
                <a:cs typeface="Arial"/>
              </a:defRPr>
            </a:lvl2pPr>
            <a:lvl3pPr>
              <a:defRPr sz="1800" b="1">
                <a:solidFill>
                  <a:srgbClr val="070442"/>
                </a:solidFill>
                <a:latin typeface="Arial"/>
                <a:ea typeface="Arial"/>
                <a:cs typeface="Arial"/>
              </a:defRPr>
            </a:lvl3pPr>
            <a:lvl4pPr>
              <a:defRPr sz="1800" b="1">
                <a:solidFill>
                  <a:srgbClr val="070442"/>
                </a:solidFill>
                <a:latin typeface="Arial"/>
                <a:ea typeface="Arial"/>
                <a:cs typeface="Arial"/>
              </a:defRPr>
            </a:lvl4pPr>
            <a:lvl5pPr>
              <a:defRPr sz="1800" b="1">
                <a:solidFill>
                  <a:srgbClr val="070442"/>
                </a:solidFill>
                <a:latin typeface="Arial"/>
                <a:ea typeface="Arial"/>
                <a:cs typeface="Arial"/>
              </a:defRPr>
            </a:lvl5pPr>
            <a:lvl6pPr>
              <a:defRPr sz="1800" b="1">
                <a:solidFill>
                  <a:srgbClr val="070442"/>
                </a:solidFill>
                <a:latin typeface="Arial"/>
                <a:ea typeface="Arial"/>
                <a:cs typeface="Arial"/>
              </a:defRPr>
            </a:lvl6pPr>
            <a:lvl7pPr>
              <a:defRPr sz="1800" b="1">
                <a:solidFill>
                  <a:srgbClr val="070442"/>
                </a:solidFill>
                <a:latin typeface="Arial"/>
                <a:ea typeface="Arial"/>
                <a:cs typeface="Arial"/>
              </a:defRPr>
            </a:lvl7pPr>
            <a:lvl8pPr>
              <a:defRPr sz="1800" b="1">
                <a:solidFill>
                  <a:srgbClr val="070442"/>
                </a:solidFill>
                <a:latin typeface="Arial"/>
                <a:ea typeface="Arial"/>
                <a:cs typeface="Arial"/>
              </a:defRPr>
            </a:lvl8pPr>
            <a:lvl9pPr>
              <a:defRPr sz="1800" b="1">
                <a:solidFill>
                  <a:srgbClr val="070442"/>
                </a:solidFill>
                <a:latin typeface="Arial"/>
                <a:ea typeface="Arial"/>
                <a:cs typeface="Arial"/>
              </a:defRPr>
            </a:lvl9pPr>
          </a:lstStyle>
          <a:p xmlns:a="http://schemas.openxmlformats.org/drawingml/2006/main">
            <a:pPr>
              <a:defRPr sz="1800" b="1">
                <a:solidFill>
                  <a:srgbClr val="070442"/>
                </a:solidFill>
                <a:latin typeface="Arial"/>
                <a:ea typeface="Arial"/>
                <a:cs typeface="Arial"/>
              </a:defRPr>
            </a:pPr>
            <a:r>
              <a:rPr sz="1800" b="1">
                <a:solidFill>
                  <a:srgbClr val="070442"/>
                </a:solidFill>
                <a:latin typeface="Arial"/>
                <a:ea typeface="Arial"/>
                <a:cs typeface="Arial"/>
              </a:rPr>
              <a:t>One controlled workflow, with OS-specific execution and validation</a:t>
            </a:r>
          </a:p>
        </p:txBody>
      </p:sp>
      <p:sp>
        <p:nvSpPr>
          <p:cNvPr id="7" name="">
            <a:extLst xmlns:a="http://schemas.openxmlformats.org/drawingml/2006/main">
              <a:ext uri="{FF2B5EF4-FFF2-40B4-BE49-F238E27FC236}">
                <a16:creationId xmlns:a16="http://schemas.microsoft.com/office/drawing/2014/main" id="{171197B8-D781-45F4-9C26-CD0E22AC80E8}"/>
              </a:ext>
            </a:extLst>
          </p:cNvPr>
          <p:cNvSpPr>
            <a:spLocks xmlns:a="http://schemas.openxmlformats.org/drawingml/2006/main" noGrp="1"/>
          </p:cNvSpPr>
          <p:nvPr/>
        </p:nvSpPr>
        <p:spPr>
          <a:xfrm xmlns:a="http://schemas.openxmlformats.org/drawingml/2006/main">
            <a:off x="523875" y="169545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8" name="">
            <a:extLst xmlns:a="http://schemas.openxmlformats.org/drawingml/2006/main">
              <a:ext uri="{FF2B5EF4-FFF2-40B4-BE49-F238E27FC236}">
                <a16:creationId xmlns:a16="http://schemas.microsoft.com/office/drawing/2014/main" id="{F12A5F24-40D8-49CD-A093-B6B1A9BB4CF2}"/>
              </a:ext>
            </a:extLst>
          </p:cNvPr>
          <p:cNvSpPr>
            <a:spLocks xmlns:a="http://schemas.openxmlformats.org/drawingml/2006/main" noGrp="1"/>
          </p:cNvSpPr>
          <p:nvPr/>
        </p:nvSpPr>
        <p:spPr>
          <a:xfrm xmlns:a="http://schemas.openxmlformats.org/drawingml/2006/main">
            <a:off x="638175" y="18097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01 Approved code</a:t>
            </a:r>
          </a:p>
        </p:txBody>
      </p:sp>
      <p:sp>
        <p:nvSpPr>
          <p:cNvPr id="9" name="">
            <a:extLst xmlns:a="http://schemas.openxmlformats.org/drawingml/2006/main">
              <a:ext uri="{FF2B5EF4-FFF2-40B4-BE49-F238E27FC236}">
                <a16:creationId xmlns:a16="http://schemas.microsoft.com/office/drawing/2014/main" id="{06CF8F16-6CE1-4A38-82DC-437FB86B70E8}"/>
              </a:ext>
            </a:extLst>
          </p:cNvPr>
          <p:cNvSpPr>
            <a:spLocks xmlns:a="http://schemas.openxmlformats.org/drawingml/2006/main" noGrp="1"/>
          </p:cNvSpPr>
          <p:nvPr/>
        </p:nvSpPr>
        <p:spPr>
          <a:xfrm xmlns:a="http://schemas.openxmlformats.org/drawingml/2006/main">
            <a:off x="638175" y="210502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Pin Azure Repos commit and inventory</a:t>
            </a:r>
          </a:p>
        </p:txBody>
      </p:sp>
      <p:sp>
        <p:nvSpPr>
          <p:cNvPr id="10" name="">
            <a:extLst xmlns:a="http://schemas.openxmlformats.org/drawingml/2006/main">
              <a:ext uri="{FF2B5EF4-FFF2-40B4-BE49-F238E27FC236}">
                <a16:creationId xmlns:a16="http://schemas.microsoft.com/office/drawing/2014/main" id="{AC8CDBB9-1E4E-4E96-A639-B611B9F26196}"/>
              </a:ext>
            </a:extLst>
          </p:cNvPr>
          <p:cNvSpPr>
            <a:spLocks xmlns:a="http://schemas.openxmlformats.org/drawingml/2006/main" noGrp="1"/>
          </p:cNvSpPr>
          <p:nvPr/>
        </p:nvSpPr>
        <p:spPr>
          <a:xfrm xmlns:a="http://schemas.openxmlformats.org/drawingml/2006/main">
            <a:off x="3209925" y="208597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A83D40-966F-48A8-B8AA-DF7B17447E4B}"/>
              </a:ext>
            </a:extLst>
          </p:cNvPr>
          <p:cNvSpPr>
            <a:spLocks xmlns:a="http://schemas.openxmlformats.org/drawingml/2006/main" noGrp="1"/>
          </p:cNvSpPr>
          <p:nvPr/>
        </p:nvSpPr>
        <p:spPr>
          <a:xfrm xmlns:a="http://schemas.openxmlformats.org/drawingml/2006/main">
            <a:off x="3209925" y="202882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A5576E0-8BE1-4DCF-9F01-D84670B4B69D}"/>
              </a:ext>
            </a:extLst>
          </p:cNvPr>
          <p:cNvSpPr>
            <a:spLocks xmlns:a="http://schemas.openxmlformats.org/drawingml/2006/main" noGrp="1"/>
          </p:cNvSpPr>
          <p:nvPr/>
        </p:nvSpPr>
        <p:spPr>
          <a:xfrm xmlns:a="http://schemas.openxmlformats.org/drawingml/2006/main">
            <a:off x="3400425" y="169545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13" name="">
            <a:extLst xmlns:a="http://schemas.openxmlformats.org/drawingml/2006/main">
              <a:ext uri="{FF2B5EF4-FFF2-40B4-BE49-F238E27FC236}">
                <a16:creationId xmlns:a16="http://schemas.microsoft.com/office/drawing/2014/main" id="{EF7964D0-02FB-41E5-985C-8E026286F9D2}"/>
              </a:ext>
            </a:extLst>
          </p:cNvPr>
          <p:cNvSpPr>
            <a:spLocks xmlns:a="http://schemas.openxmlformats.org/drawingml/2006/main" noGrp="1"/>
          </p:cNvSpPr>
          <p:nvPr/>
        </p:nvSpPr>
        <p:spPr>
          <a:xfrm xmlns:a="http://schemas.openxmlformats.org/drawingml/2006/main">
            <a:off x="3514725" y="18097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02 Connectivity</a:t>
            </a:r>
          </a:p>
        </p:txBody>
      </p:sp>
      <p:sp>
        <p:nvSpPr>
          <p:cNvPr id="14" name="">
            <a:extLst xmlns:a="http://schemas.openxmlformats.org/drawingml/2006/main">
              <a:ext uri="{FF2B5EF4-FFF2-40B4-BE49-F238E27FC236}">
                <a16:creationId xmlns:a16="http://schemas.microsoft.com/office/drawing/2014/main" id="{40A3218E-7428-407F-8767-71C1317458BF}"/>
              </a:ext>
            </a:extLst>
          </p:cNvPr>
          <p:cNvSpPr>
            <a:spLocks xmlns:a="http://schemas.openxmlformats.org/drawingml/2006/main" noGrp="1"/>
          </p:cNvSpPr>
          <p:nvPr/>
        </p:nvSpPr>
        <p:spPr>
          <a:xfrm xmlns:a="http://schemas.openxmlformats.org/drawingml/2006/main">
            <a:off x="3514725" y="210502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SSH / WinRM and privilege checks</a:t>
            </a:r>
          </a:p>
        </p:txBody>
      </p:sp>
      <p:sp>
        <p:nvSpPr>
          <p:cNvPr id="15" name="">
            <a:extLst xmlns:a="http://schemas.openxmlformats.org/drawingml/2006/main">
              <a:ext uri="{FF2B5EF4-FFF2-40B4-BE49-F238E27FC236}">
                <a16:creationId xmlns:a16="http://schemas.microsoft.com/office/drawing/2014/main" id="{9BA228CB-EA5F-4F7B-85C2-A0AE9523DA2F}"/>
              </a:ext>
            </a:extLst>
          </p:cNvPr>
          <p:cNvSpPr>
            <a:spLocks xmlns:a="http://schemas.openxmlformats.org/drawingml/2006/main" noGrp="1"/>
          </p:cNvSpPr>
          <p:nvPr/>
        </p:nvSpPr>
        <p:spPr>
          <a:xfrm xmlns:a="http://schemas.openxmlformats.org/drawingml/2006/main">
            <a:off x="6086475" y="208597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66C1CE-252F-4B7E-A1A0-8640213C3B62}"/>
              </a:ext>
            </a:extLst>
          </p:cNvPr>
          <p:cNvSpPr>
            <a:spLocks xmlns:a="http://schemas.openxmlformats.org/drawingml/2006/main" noGrp="1"/>
          </p:cNvSpPr>
          <p:nvPr/>
        </p:nvSpPr>
        <p:spPr>
          <a:xfrm xmlns:a="http://schemas.openxmlformats.org/drawingml/2006/main">
            <a:off x="6086475" y="202882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2A8F264-ECC3-41E5-A593-7EF121AE5784}"/>
              </a:ext>
            </a:extLst>
          </p:cNvPr>
          <p:cNvSpPr>
            <a:spLocks xmlns:a="http://schemas.openxmlformats.org/drawingml/2006/main" noGrp="1"/>
          </p:cNvSpPr>
          <p:nvPr/>
        </p:nvSpPr>
        <p:spPr>
          <a:xfrm xmlns:a="http://schemas.openxmlformats.org/drawingml/2006/main">
            <a:off x="6276975" y="169545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18" name="">
            <a:extLst xmlns:a="http://schemas.openxmlformats.org/drawingml/2006/main">
              <a:ext uri="{FF2B5EF4-FFF2-40B4-BE49-F238E27FC236}">
                <a16:creationId xmlns:a16="http://schemas.microsoft.com/office/drawing/2014/main" id="{4BF5105A-A269-4D3E-BDF7-9F677BFEAF1F}"/>
              </a:ext>
            </a:extLst>
          </p:cNvPr>
          <p:cNvSpPr>
            <a:spLocks xmlns:a="http://schemas.openxmlformats.org/drawingml/2006/main" noGrp="1"/>
          </p:cNvSpPr>
          <p:nvPr/>
        </p:nvSpPr>
        <p:spPr>
          <a:xfrm xmlns:a="http://schemas.openxmlformats.org/drawingml/2006/main">
            <a:off x="6391275" y="18097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03 Baseline</a:t>
            </a:r>
          </a:p>
        </p:txBody>
      </p:sp>
      <p:sp>
        <p:nvSpPr>
          <p:cNvPr id="19" name="">
            <a:extLst xmlns:a="http://schemas.openxmlformats.org/drawingml/2006/main">
              <a:ext uri="{FF2B5EF4-FFF2-40B4-BE49-F238E27FC236}">
                <a16:creationId xmlns:a16="http://schemas.microsoft.com/office/drawing/2014/main" id="{C166C70D-F2D9-4406-BD18-06A9C8DF8EE3}"/>
              </a:ext>
            </a:extLst>
          </p:cNvPr>
          <p:cNvSpPr>
            <a:spLocks xmlns:a="http://schemas.openxmlformats.org/drawingml/2006/main" noGrp="1"/>
          </p:cNvSpPr>
          <p:nvPr/>
        </p:nvSpPr>
        <p:spPr>
          <a:xfrm xmlns:a="http://schemas.openxmlformats.org/drawingml/2006/main">
            <a:off x="6391275" y="210502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OS, capacity, services and application state</a:t>
            </a:r>
          </a:p>
        </p:txBody>
      </p:sp>
      <p:sp>
        <p:nvSpPr>
          <p:cNvPr id="20" name="">
            <a:extLst xmlns:a="http://schemas.openxmlformats.org/drawingml/2006/main">
              <a:ext uri="{FF2B5EF4-FFF2-40B4-BE49-F238E27FC236}">
                <a16:creationId xmlns:a16="http://schemas.microsoft.com/office/drawing/2014/main" id="{465B887D-D37D-40AC-9D84-0F8EE59056D4}"/>
              </a:ext>
            </a:extLst>
          </p:cNvPr>
          <p:cNvSpPr>
            <a:spLocks xmlns:a="http://schemas.openxmlformats.org/drawingml/2006/main" noGrp="1"/>
          </p:cNvSpPr>
          <p:nvPr/>
        </p:nvSpPr>
        <p:spPr>
          <a:xfrm xmlns:a="http://schemas.openxmlformats.org/drawingml/2006/main">
            <a:off x="8963025" y="208597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1F9A68C-F1AE-4AC6-884F-FA62E531FEDD}"/>
              </a:ext>
            </a:extLst>
          </p:cNvPr>
          <p:cNvSpPr>
            <a:spLocks xmlns:a="http://schemas.openxmlformats.org/drawingml/2006/main" noGrp="1"/>
          </p:cNvSpPr>
          <p:nvPr/>
        </p:nvSpPr>
        <p:spPr>
          <a:xfrm xmlns:a="http://schemas.openxmlformats.org/drawingml/2006/main">
            <a:off x="8963025" y="202882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4F1FB962-2DE3-40DE-92F4-082492DB49E6}"/>
              </a:ext>
            </a:extLst>
          </p:cNvPr>
          <p:cNvSpPr>
            <a:spLocks xmlns:a="http://schemas.openxmlformats.org/drawingml/2006/main" noGrp="1"/>
          </p:cNvSpPr>
          <p:nvPr/>
        </p:nvSpPr>
        <p:spPr>
          <a:xfrm xmlns:a="http://schemas.openxmlformats.org/drawingml/2006/main">
            <a:off x="9153525" y="169545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23" name="">
            <a:extLst xmlns:a="http://schemas.openxmlformats.org/drawingml/2006/main">
              <a:ext uri="{FF2B5EF4-FFF2-40B4-BE49-F238E27FC236}">
                <a16:creationId xmlns:a16="http://schemas.microsoft.com/office/drawing/2014/main" id="{68214E7D-390A-4E6E-B1E7-AC35E2C415DB}"/>
              </a:ext>
            </a:extLst>
          </p:cNvPr>
          <p:cNvSpPr>
            <a:spLocks xmlns:a="http://schemas.openxmlformats.org/drawingml/2006/main" noGrp="1"/>
          </p:cNvSpPr>
          <p:nvPr/>
        </p:nvSpPr>
        <p:spPr>
          <a:xfrm xmlns:a="http://schemas.openxmlformats.org/drawingml/2006/main">
            <a:off x="9267825" y="180975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04 Stage media</a:t>
            </a:r>
          </a:p>
        </p:txBody>
      </p:sp>
      <p:sp>
        <p:nvSpPr>
          <p:cNvPr id="24" name="">
            <a:extLst xmlns:a="http://schemas.openxmlformats.org/drawingml/2006/main">
              <a:ext uri="{FF2B5EF4-FFF2-40B4-BE49-F238E27FC236}">
                <a16:creationId xmlns:a16="http://schemas.microsoft.com/office/drawing/2014/main" id="{CCEBBC54-4421-4785-B1ED-048D02D40DA1}"/>
              </a:ext>
            </a:extLst>
          </p:cNvPr>
          <p:cNvSpPr>
            <a:spLocks xmlns:a="http://schemas.openxmlformats.org/drawingml/2006/main" noGrp="1"/>
          </p:cNvSpPr>
          <p:nvPr/>
        </p:nvSpPr>
        <p:spPr>
          <a:xfrm xmlns:a="http://schemas.openxmlformats.org/drawingml/2006/main">
            <a:off x="9267825" y="210502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Validate repositories, ISO and checksums</a:t>
            </a:r>
          </a:p>
        </p:txBody>
      </p:sp>
      <p:sp>
        <p:nvSpPr>
          <p:cNvPr id="25" name="">
            <a:extLst xmlns:a="http://schemas.openxmlformats.org/drawingml/2006/main">
              <a:ext uri="{FF2B5EF4-FFF2-40B4-BE49-F238E27FC236}">
                <a16:creationId xmlns:a16="http://schemas.microsoft.com/office/drawing/2014/main" id="{07BE5F56-9D70-4583-AA7E-53EB4984FA4E}"/>
              </a:ext>
            </a:extLst>
          </p:cNvPr>
          <p:cNvSpPr>
            <a:spLocks xmlns:a="http://schemas.openxmlformats.org/drawingml/2006/main" noGrp="1"/>
          </p:cNvSpPr>
          <p:nvPr/>
        </p:nvSpPr>
        <p:spPr>
          <a:xfrm xmlns:a="http://schemas.openxmlformats.org/drawingml/2006/main">
            <a:off x="523875" y="3000375"/>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26" name="">
            <a:extLst xmlns:a="http://schemas.openxmlformats.org/drawingml/2006/main">
              <a:ext uri="{FF2B5EF4-FFF2-40B4-BE49-F238E27FC236}">
                <a16:creationId xmlns:a16="http://schemas.microsoft.com/office/drawing/2014/main" id="{BEDCD705-C565-4DB8-9757-4072DFEF8EB5}"/>
              </a:ext>
            </a:extLst>
          </p:cNvPr>
          <p:cNvSpPr>
            <a:spLocks xmlns:a="http://schemas.openxmlformats.org/drawingml/2006/main" noGrp="1"/>
          </p:cNvSpPr>
          <p:nvPr/>
        </p:nvSpPr>
        <p:spPr>
          <a:xfrm xmlns:a="http://schemas.openxmlformats.org/drawingml/2006/main">
            <a:off x="638175" y="3114675"/>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05 Compatibility</a:t>
            </a:r>
          </a:p>
        </p:txBody>
      </p:sp>
      <p:sp>
        <p:nvSpPr>
          <p:cNvPr id="27" name="">
            <a:extLst xmlns:a="http://schemas.openxmlformats.org/drawingml/2006/main">
              <a:ext uri="{FF2B5EF4-FFF2-40B4-BE49-F238E27FC236}">
                <a16:creationId xmlns:a16="http://schemas.microsoft.com/office/drawing/2014/main" id="{C14769A6-0C93-4CDB-AF84-38B4E4DD300F}"/>
              </a:ext>
            </a:extLst>
          </p:cNvPr>
          <p:cNvSpPr>
            <a:spLocks xmlns:a="http://schemas.openxmlformats.org/drawingml/2006/main" noGrp="1"/>
          </p:cNvSpPr>
          <p:nvPr/>
        </p:nvSpPr>
        <p:spPr>
          <a:xfrm xmlns:a="http://schemas.openxmlformats.org/drawingml/2006/main">
            <a:off x="638175" y="3409950"/>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Leapp inhibitors or Windows setup checks</a:t>
            </a:r>
          </a:p>
        </p:txBody>
      </p:sp>
      <p:sp>
        <p:nvSpPr>
          <p:cNvPr id="28" name="">
            <a:extLst xmlns:a="http://schemas.openxmlformats.org/drawingml/2006/main">
              <a:ext uri="{FF2B5EF4-FFF2-40B4-BE49-F238E27FC236}">
                <a16:creationId xmlns:a16="http://schemas.microsoft.com/office/drawing/2014/main" id="{3D740340-7D04-40F5-95FD-6D571824EE0C}"/>
              </a:ext>
            </a:extLst>
          </p:cNvPr>
          <p:cNvSpPr>
            <a:spLocks xmlns:a="http://schemas.openxmlformats.org/drawingml/2006/main" noGrp="1"/>
          </p:cNvSpPr>
          <p:nvPr/>
        </p:nvSpPr>
        <p:spPr>
          <a:xfrm xmlns:a="http://schemas.openxmlformats.org/drawingml/2006/main">
            <a:off x="3209925" y="3390900"/>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AD0B15-5C24-4ABE-9403-D25E11354841}"/>
              </a:ext>
            </a:extLst>
          </p:cNvPr>
          <p:cNvSpPr>
            <a:spLocks xmlns:a="http://schemas.openxmlformats.org/drawingml/2006/main" noGrp="1"/>
          </p:cNvSpPr>
          <p:nvPr/>
        </p:nvSpPr>
        <p:spPr>
          <a:xfrm xmlns:a="http://schemas.openxmlformats.org/drawingml/2006/main">
            <a:off x="3209925" y="3333750"/>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A92A9995-4937-46C5-AE2E-2126E0EBF657}"/>
              </a:ext>
            </a:extLst>
          </p:cNvPr>
          <p:cNvSpPr>
            <a:spLocks xmlns:a="http://schemas.openxmlformats.org/drawingml/2006/main" noGrp="1"/>
          </p:cNvSpPr>
          <p:nvPr/>
        </p:nvSpPr>
        <p:spPr>
          <a:xfrm xmlns:a="http://schemas.openxmlformats.org/drawingml/2006/main">
            <a:off x="3400425" y="3000375"/>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31" name="">
            <a:extLst xmlns:a="http://schemas.openxmlformats.org/drawingml/2006/main">
              <a:ext uri="{FF2B5EF4-FFF2-40B4-BE49-F238E27FC236}">
                <a16:creationId xmlns:a16="http://schemas.microsoft.com/office/drawing/2014/main" id="{F7F6F476-94E2-4907-AA0E-A834E675914C}"/>
              </a:ext>
            </a:extLst>
          </p:cNvPr>
          <p:cNvSpPr>
            <a:spLocks xmlns:a="http://schemas.openxmlformats.org/drawingml/2006/main" noGrp="1"/>
          </p:cNvSpPr>
          <p:nvPr/>
        </p:nvSpPr>
        <p:spPr>
          <a:xfrm xmlns:a="http://schemas.openxmlformats.org/drawingml/2006/main">
            <a:off x="3514725" y="3114675"/>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06 Recovery</a:t>
            </a:r>
          </a:p>
        </p:txBody>
      </p:sp>
      <p:sp>
        <p:nvSpPr>
          <p:cNvPr id="32" name="">
            <a:extLst xmlns:a="http://schemas.openxmlformats.org/drawingml/2006/main">
              <a:ext uri="{FF2B5EF4-FFF2-40B4-BE49-F238E27FC236}">
                <a16:creationId xmlns:a16="http://schemas.microsoft.com/office/drawing/2014/main" id="{C9999213-A44A-4DDC-9878-630F8D363BE2}"/>
              </a:ext>
            </a:extLst>
          </p:cNvPr>
          <p:cNvSpPr>
            <a:spLocks xmlns:a="http://schemas.openxmlformats.org/drawingml/2006/main" noGrp="1"/>
          </p:cNvSpPr>
          <p:nvPr/>
        </p:nvSpPr>
        <p:spPr>
          <a:xfrm xmlns:a="http://schemas.openxmlformats.org/drawingml/2006/main">
            <a:off x="3514725" y="3409950"/>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Verify backup and recovery evidence</a:t>
            </a:r>
          </a:p>
        </p:txBody>
      </p:sp>
      <p:sp>
        <p:nvSpPr>
          <p:cNvPr id="33" name="">
            <a:extLst xmlns:a="http://schemas.openxmlformats.org/drawingml/2006/main">
              <a:ext uri="{FF2B5EF4-FFF2-40B4-BE49-F238E27FC236}">
                <a16:creationId xmlns:a16="http://schemas.microsoft.com/office/drawing/2014/main" id="{449113D9-AAF0-45AC-B8AD-A20FD1A92B3C}"/>
              </a:ext>
            </a:extLst>
          </p:cNvPr>
          <p:cNvSpPr>
            <a:spLocks xmlns:a="http://schemas.openxmlformats.org/drawingml/2006/main" noGrp="1"/>
          </p:cNvSpPr>
          <p:nvPr/>
        </p:nvSpPr>
        <p:spPr>
          <a:xfrm xmlns:a="http://schemas.openxmlformats.org/drawingml/2006/main">
            <a:off x="6086475" y="3390900"/>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06118F2-5FC6-4DCB-A8AA-8ECCC4E509FD}"/>
              </a:ext>
            </a:extLst>
          </p:cNvPr>
          <p:cNvSpPr>
            <a:spLocks xmlns:a="http://schemas.openxmlformats.org/drawingml/2006/main" noGrp="1"/>
          </p:cNvSpPr>
          <p:nvPr/>
        </p:nvSpPr>
        <p:spPr>
          <a:xfrm xmlns:a="http://schemas.openxmlformats.org/drawingml/2006/main">
            <a:off x="6086475" y="3333750"/>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621589A2-63E3-44CB-9202-70CED775D49B}"/>
              </a:ext>
            </a:extLst>
          </p:cNvPr>
          <p:cNvSpPr>
            <a:spLocks xmlns:a="http://schemas.openxmlformats.org/drawingml/2006/main" noGrp="1"/>
          </p:cNvSpPr>
          <p:nvPr/>
        </p:nvSpPr>
        <p:spPr>
          <a:xfrm xmlns:a="http://schemas.openxmlformats.org/drawingml/2006/main">
            <a:off x="6276975" y="3000375"/>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36" name="">
            <a:extLst xmlns:a="http://schemas.openxmlformats.org/drawingml/2006/main">
              <a:ext uri="{FF2B5EF4-FFF2-40B4-BE49-F238E27FC236}">
                <a16:creationId xmlns:a16="http://schemas.microsoft.com/office/drawing/2014/main" id="{652680F9-B486-42F3-9392-665B5703176B}"/>
              </a:ext>
            </a:extLst>
          </p:cNvPr>
          <p:cNvSpPr>
            <a:spLocks xmlns:a="http://schemas.openxmlformats.org/drawingml/2006/main" noGrp="1"/>
          </p:cNvSpPr>
          <p:nvPr/>
        </p:nvSpPr>
        <p:spPr>
          <a:xfrm xmlns:a="http://schemas.openxmlformats.org/drawingml/2006/main">
            <a:off x="6391275" y="3114675"/>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07 VM snapshot</a:t>
            </a:r>
          </a:p>
        </p:txBody>
      </p:sp>
      <p:sp>
        <p:nvSpPr>
          <p:cNvPr id="37" name="">
            <a:extLst xmlns:a="http://schemas.openxmlformats.org/drawingml/2006/main">
              <a:ext uri="{FF2B5EF4-FFF2-40B4-BE49-F238E27FC236}">
                <a16:creationId xmlns:a16="http://schemas.microsoft.com/office/drawing/2014/main" id="{31E7B901-F0EE-4419-8DCA-8A898BB1A77C}"/>
              </a:ext>
            </a:extLst>
          </p:cNvPr>
          <p:cNvSpPr>
            <a:spLocks xmlns:a="http://schemas.openxmlformats.org/drawingml/2006/main" noGrp="1"/>
          </p:cNvSpPr>
          <p:nvPr/>
        </p:nvSpPr>
        <p:spPr>
          <a:xfrm xmlns:a="http://schemas.openxmlformats.org/drawingml/2006/main">
            <a:off x="6391275" y="3409950"/>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Record vCenter snapshot where supported</a:t>
            </a:r>
          </a:p>
        </p:txBody>
      </p:sp>
      <p:sp>
        <p:nvSpPr>
          <p:cNvPr id="38" name="">
            <a:extLst xmlns:a="http://schemas.openxmlformats.org/drawingml/2006/main">
              <a:ext uri="{FF2B5EF4-FFF2-40B4-BE49-F238E27FC236}">
                <a16:creationId xmlns:a16="http://schemas.microsoft.com/office/drawing/2014/main" id="{AE19450F-E878-4173-9FFA-9D9AF19578A2}"/>
              </a:ext>
            </a:extLst>
          </p:cNvPr>
          <p:cNvSpPr>
            <a:spLocks xmlns:a="http://schemas.openxmlformats.org/drawingml/2006/main" noGrp="1"/>
          </p:cNvSpPr>
          <p:nvPr/>
        </p:nvSpPr>
        <p:spPr>
          <a:xfrm xmlns:a="http://schemas.openxmlformats.org/drawingml/2006/main">
            <a:off x="8963025" y="3390900"/>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5A57EDF-3706-4AE9-9854-E773D5D037B3}"/>
              </a:ext>
            </a:extLst>
          </p:cNvPr>
          <p:cNvSpPr>
            <a:spLocks xmlns:a="http://schemas.openxmlformats.org/drawingml/2006/main" noGrp="1"/>
          </p:cNvSpPr>
          <p:nvPr/>
        </p:nvSpPr>
        <p:spPr>
          <a:xfrm xmlns:a="http://schemas.openxmlformats.org/drawingml/2006/main">
            <a:off x="8963025" y="3333750"/>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40" name="">
            <a:extLst xmlns:a="http://schemas.openxmlformats.org/drawingml/2006/main">
              <a:ext uri="{FF2B5EF4-FFF2-40B4-BE49-F238E27FC236}">
                <a16:creationId xmlns:a16="http://schemas.microsoft.com/office/drawing/2014/main" id="{75682A0F-3227-4035-B205-B7E1E15C1D21}"/>
              </a:ext>
            </a:extLst>
          </p:cNvPr>
          <p:cNvSpPr>
            <a:spLocks xmlns:a="http://schemas.openxmlformats.org/drawingml/2006/main" noGrp="1"/>
          </p:cNvSpPr>
          <p:nvPr/>
        </p:nvSpPr>
        <p:spPr>
          <a:xfrm xmlns:a="http://schemas.openxmlformats.org/drawingml/2006/main">
            <a:off x="9153525" y="3000375"/>
            <a:ext cx="2571750" cy="952500"/>
          </a:xfrm>
          <a:prstGeom xmlns:a="http://schemas.openxmlformats.org/drawingml/2006/main" prst="roundRect">
            <a:avLst>
              <a:gd name="adj" fmla="val 8000"/>
            </a:avLst>
          </a:prstGeom>
          <a:solidFill xmlns:a="http://schemas.openxmlformats.org/drawingml/2006/main">
            <a:srgbClr val="307CC5"/>
          </a:solidFill>
          <a:ln xmlns:a="http://schemas.openxmlformats.org/drawingml/2006/main" w="9525">
            <a:solidFill>
              <a:srgbClr val="307CC5"/>
            </a:solidFill>
          </a:ln>
        </p:spPr>
      </p:sp>
      <p:sp>
        <p:nvSpPr>
          <p:cNvPr id="41" name="">
            <a:extLst xmlns:a="http://schemas.openxmlformats.org/drawingml/2006/main">
              <a:ext uri="{FF2B5EF4-FFF2-40B4-BE49-F238E27FC236}">
                <a16:creationId xmlns:a16="http://schemas.microsoft.com/office/drawing/2014/main" id="{50ACCA40-8BCA-4BFE-B3CB-4E1DC28280BF}"/>
              </a:ext>
            </a:extLst>
          </p:cNvPr>
          <p:cNvSpPr>
            <a:spLocks xmlns:a="http://schemas.openxmlformats.org/drawingml/2006/main" noGrp="1"/>
          </p:cNvSpPr>
          <p:nvPr/>
        </p:nvSpPr>
        <p:spPr>
          <a:xfrm xmlns:a="http://schemas.openxmlformats.org/drawingml/2006/main">
            <a:off x="9267825" y="3114675"/>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08 Approval gate</a:t>
            </a:r>
          </a:p>
        </p:txBody>
      </p:sp>
      <p:sp>
        <p:nvSpPr>
          <p:cNvPr id="42" name="">
            <a:extLst xmlns:a="http://schemas.openxmlformats.org/drawingml/2006/main">
              <a:ext uri="{FF2B5EF4-FFF2-40B4-BE49-F238E27FC236}">
                <a16:creationId xmlns:a16="http://schemas.microsoft.com/office/drawing/2014/main" id="{FF06AC35-C39B-4B5D-A911-574CB93255FD}"/>
              </a:ext>
            </a:extLst>
          </p:cNvPr>
          <p:cNvSpPr>
            <a:spLocks xmlns:a="http://schemas.openxmlformats.org/drawingml/2006/main" noGrp="1"/>
          </p:cNvSpPr>
          <p:nvPr/>
        </p:nvSpPr>
        <p:spPr>
          <a:xfrm xmlns:a="http://schemas.openxmlformats.org/drawingml/2006/main">
            <a:off x="9267825" y="3409950"/>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Change approval and all checks green</a:t>
            </a:r>
          </a:p>
        </p:txBody>
      </p:sp>
      <p:sp>
        <p:nvSpPr>
          <p:cNvPr id="43" name="">
            <a:extLst xmlns:a="http://schemas.openxmlformats.org/drawingml/2006/main">
              <a:ext uri="{FF2B5EF4-FFF2-40B4-BE49-F238E27FC236}">
                <a16:creationId xmlns:a16="http://schemas.microsoft.com/office/drawing/2014/main" id="{F692FAB5-DF7E-42CA-87E0-027FC45A4E42}"/>
              </a:ext>
            </a:extLst>
          </p:cNvPr>
          <p:cNvSpPr>
            <a:spLocks xmlns:a="http://schemas.openxmlformats.org/drawingml/2006/main" noGrp="1"/>
          </p:cNvSpPr>
          <p:nvPr/>
        </p:nvSpPr>
        <p:spPr>
          <a:xfrm xmlns:a="http://schemas.openxmlformats.org/drawingml/2006/main">
            <a:off x="523875" y="430530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44" name="">
            <a:extLst xmlns:a="http://schemas.openxmlformats.org/drawingml/2006/main">
              <a:ext uri="{FF2B5EF4-FFF2-40B4-BE49-F238E27FC236}">
                <a16:creationId xmlns:a16="http://schemas.microsoft.com/office/drawing/2014/main" id="{4AC3D0B2-AF15-4EC0-AC15-E9334900CDE9}"/>
              </a:ext>
            </a:extLst>
          </p:cNvPr>
          <p:cNvSpPr>
            <a:spLocks xmlns:a="http://schemas.openxmlformats.org/drawingml/2006/main" noGrp="1"/>
          </p:cNvSpPr>
          <p:nvPr/>
        </p:nvSpPr>
        <p:spPr>
          <a:xfrm xmlns:a="http://schemas.openxmlformats.org/drawingml/2006/main">
            <a:off x="638175" y="44196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09 Upgrade</a:t>
            </a:r>
          </a:p>
        </p:txBody>
      </p:sp>
      <p:sp>
        <p:nvSpPr>
          <p:cNvPr id="45" name="">
            <a:extLst xmlns:a="http://schemas.openxmlformats.org/drawingml/2006/main">
              <a:ext uri="{FF2B5EF4-FFF2-40B4-BE49-F238E27FC236}">
                <a16:creationId xmlns:a16="http://schemas.microsoft.com/office/drawing/2014/main" id="{703F840C-1EA2-47DB-85BE-49592BE46912}"/>
              </a:ext>
            </a:extLst>
          </p:cNvPr>
          <p:cNvSpPr>
            <a:spLocks xmlns:a="http://schemas.openxmlformats.org/drawingml/2006/main" noGrp="1"/>
          </p:cNvSpPr>
          <p:nvPr/>
        </p:nvSpPr>
        <p:spPr>
          <a:xfrm xmlns:a="http://schemas.openxmlformats.org/drawingml/2006/main">
            <a:off x="638175" y="471487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Execute the approved OS-specific runbook</a:t>
            </a:r>
          </a:p>
        </p:txBody>
      </p:sp>
      <p:sp>
        <p:nvSpPr>
          <p:cNvPr id="46" name="">
            <a:extLst xmlns:a="http://schemas.openxmlformats.org/drawingml/2006/main">
              <a:ext uri="{FF2B5EF4-FFF2-40B4-BE49-F238E27FC236}">
                <a16:creationId xmlns:a16="http://schemas.microsoft.com/office/drawing/2014/main" id="{EF4FDB51-D50D-47BD-ABE7-232A93F28F9A}"/>
              </a:ext>
            </a:extLst>
          </p:cNvPr>
          <p:cNvSpPr>
            <a:spLocks xmlns:a="http://schemas.openxmlformats.org/drawingml/2006/main" noGrp="1"/>
          </p:cNvSpPr>
          <p:nvPr/>
        </p:nvSpPr>
        <p:spPr>
          <a:xfrm xmlns:a="http://schemas.openxmlformats.org/drawingml/2006/main">
            <a:off x="3209925" y="469582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2975974-7088-45DA-96CE-2BA866E30B7F}"/>
              </a:ext>
            </a:extLst>
          </p:cNvPr>
          <p:cNvSpPr>
            <a:spLocks xmlns:a="http://schemas.openxmlformats.org/drawingml/2006/main" noGrp="1"/>
          </p:cNvSpPr>
          <p:nvPr/>
        </p:nvSpPr>
        <p:spPr>
          <a:xfrm xmlns:a="http://schemas.openxmlformats.org/drawingml/2006/main">
            <a:off x="3209925" y="463867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48" name="">
            <a:extLst xmlns:a="http://schemas.openxmlformats.org/drawingml/2006/main">
              <a:ext uri="{FF2B5EF4-FFF2-40B4-BE49-F238E27FC236}">
                <a16:creationId xmlns:a16="http://schemas.microsoft.com/office/drawing/2014/main" id="{A8484452-6685-4874-B035-20131AFFA819}"/>
              </a:ext>
            </a:extLst>
          </p:cNvPr>
          <p:cNvSpPr>
            <a:spLocks xmlns:a="http://schemas.openxmlformats.org/drawingml/2006/main" noGrp="1"/>
          </p:cNvSpPr>
          <p:nvPr/>
        </p:nvSpPr>
        <p:spPr>
          <a:xfrm xmlns:a="http://schemas.openxmlformats.org/drawingml/2006/main">
            <a:off x="3400425" y="430530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49" name="">
            <a:extLst xmlns:a="http://schemas.openxmlformats.org/drawingml/2006/main">
              <a:ext uri="{FF2B5EF4-FFF2-40B4-BE49-F238E27FC236}">
                <a16:creationId xmlns:a16="http://schemas.microsoft.com/office/drawing/2014/main" id="{2101A7FE-C2BD-4C15-9534-9795079331B7}"/>
              </a:ext>
            </a:extLst>
          </p:cNvPr>
          <p:cNvSpPr>
            <a:spLocks xmlns:a="http://schemas.openxmlformats.org/drawingml/2006/main" noGrp="1"/>
          </p:cNvSpPr>
          <p:nvPr/>
        </p:nvSpPr>
        <p:spPr>
          <a:xfrm xmlns:a="http://schemas.openxmlformats.org/drawingml/2006/main">
            <a:off x="3514725" y="44196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10 Reconnect</a:t>
            </a:r>
          </a:p>
        </p:txBody>
      </p:sp>
      <p:sp>
        <p:nvSpPr>
          <p:cNvPr id="50" name="">
            <a:extLst xmlns:a="http://schemas.openxmlformats.org/drawingml/2006/main">
              <a:ext uri="{FF2B5EF4-FFF2-40B4-BE49-F238E27FC236}">
                <a16:creationId xmlns:a16="http://schemas.microsoft.com/office/drawing/2014/main" id="{1FBD7309-CDE7-442B-B895-BA8879172F67}"/>
              </a:ext>
            </a:extLst>
          </p:cNvPr>
          <p:cNvSpPr>
            <a:spLocks xmlns:a="http://schemas.openxmlformats.org/drawingml/2006/main" noGrp="1"/>
          </p:cNvSpPr>
          <p:nvPr/>
        </p:nvSpPr>
        <p:spPr>
          <a:xfrm xmlns:a="http://schemas.openxmlformats.org/drawingml/2006/main">
            <a:off x="3514725" y="471487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Handle reboot and verify host return</a:t>
            </a:r>
          </a:p>
        </p:txBody>
      </p:sp>
      <p:sp>
        <p:nvSpPr>
          <p:cNvPr id="51" name="">
            <a:extLst xmlns:a="http://schemas.openxmlformats.org/drawingml/2006/main">
              <a:ext uri="{FF2B5EF4-FFF2-40B4-BE49-F238E27FC236}">
                <a16:creationId xmlns:a16="http://schemas.microsoft.com/office/drawing/2014/main" id="{0A3CE7C1-EB51-47F8-AC6E-8D0ED125ED47}"/>
              </a:ext>
            </a:extLst>
          </p:cNvPr>
          <p:cNvSpPr>
            <a:spLocks xmlns:a="http://schemas.openxmlformats.org/drawingml/2006/main" noGrp="1"/>
          </p:cNvSpPr>
          <p:nvPr/>
        </p:nvSpPr>
        <p:spPr>
          <a:xfrm xmlns:a="http://schemas.openxmlformats.org/drawingml/2006/main">
            <a:off x="6086475" y="469582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58BA43B2-542D-441E-9177-663DBE1580A1}"/>
              </a:ext>
            </a:extLst>
          </p:cNvPr>
          <p:cNvSpPr>
            <a:spLocks xmlns:a="http://schemas.openxmlformats.org/drawingml/2006/main" noGrp="1"/>
          </p:cNvSpPr>
          <p:nvPr/>
        </p:nvSpPr>
        <p:spPr>
          <a:xfrm xmlns:a="http://schemas.openxmlformats.org/drawingml/2006/main">
            <a:off x="6086475" y="463867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53" name="">
            <a:extLst xmlns:a="http://schemas.openxmlformats.org/drawingml/2006/main">
              <a:ext uri="{FF2B5EF4-FFF2-40B4-BE49-F238E27FC236}">
                <a16:creationId xmlns:a16="http://schemas.microsoft.com/office/drawing/2014/main" id="{AA1DC958-D7F1-4565-BD57-ED37A2F685FB}"/>
              </a:ext>
            </a:extLst>
          </p:cNvPr>
          <p:cNvSpPr>
            <a:spLocks xmlns:a="http://schemas.openxmlformats.org/drawingml/2006/main" noGrp="1"/>
          </p:cNvSpPr>
          <p:nvPr/>
        </p:nvSpPr>
        <p:spPr>
          <a:xfrm xmlns:a="http://schemas.openxmlformats.org/drawingml/2006/main">
            <a:off x="6276975" y="430530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54" name="">
            <a:extLst xmlns:a="http://schemas.openxmlformats.org/drawingml/2006/main">
              <a:ext uri="{FF2B5EF4-FFF2-40B4-BE49-F238E27FC236}">
                <a16:creationId xmlns:a16="http://schemas.microsoft.com/office/drawing/2014/main" id="{C5181809-B780-4D31-B9E9-3E0B92EC6E77}"/>
              </a:ext>
            </a:extLst>
          </p:cNvPr>
          <p:cNvSpPr>
            <a:spLocks xmlns:a="http://schemas.openxmlformats.org/drawingml/2006/main" noGrp="1"/>
          </p:cNvSpPr>
          <p:nvPr/>
        </p:nvSpPr>
        <p:spPr>
          <a:xfrm xmlns:a="http://schemas.openxmlformats.org/drawingml/2006/main">
            <a:off x="6391275" y="44196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11 Validate</a:t>
            </a:r>
          </a:p>
        </p:txBody>
      </p:sp>
      <p:sp>
        <p:nvSpPr>
          <p:cNvPr id="55" name="">
            <a:extLst xmlns:a="http://schemas.openxmlformats.org/drawingml/2006/main">
              <a:ext uri="{FF2B5EF4-FFF2-40B4-BE49-F238E27FC236}">
                <a16:creationId xmlns:a16="http://schemas.microsoft.com/office/drawing/2014/main" id="{0929B67F-B6CC-448C-A3AC-D5D4BF76D58A}"/>
              </a:ext>
            </a:extLst>
          </p:cNvPr>
          <p:cNvSpPr>
            <a:spLocks xmlns:a="http://schemas.openxmlformats.org/drawingml/2006/main" noGrp="1"/>
          </p:cNvSpPr>
          <p:nvPr/>
        </p:nvSpPr>
        <p:spPr>
          <a:xfrm xmlns:a="http://schemas.openxmlformats.org/drawingml/2006/main">
            <a:off x="6391275" y="471487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Check OS, hardening, services and app tests</a:t>
            </a:r>
          </a:p>
        </p:txBody>
      </p:sp>
      <p:sp>
        <p:nvSpPr>
          <p:cNvPr id="56" name="">
            <a:extLst xmlns:a="http://schemas.openxmlformats.org/drawingml/2006/main">
              <a:ext uri="{FF2B5EF4-FFF2-40B4-BE49-F238E27FC236}">
                <a16:creationId xmlns:a16="http://schemas.microsoft.com/office/drawing/2014/main" id="{5986C197-DCF9-4892-B532-D4F61E685088}"/>
              </a:ext>
            </a:extLst>
          </p:cNvPr>
          <p:cNvSpPr>
            <a:spLocks xmlns:a="http://schemas.openxmlformats.org/drawingml/2006/main" noGrp="1"/>
          </p:cNvSpPr>
          <p:nvPr/>
        </p:nvSpPr>
        <p:spPr>
          <a:xfrm xmlns:a="http://schemas.openxmlformats.org/drawingml/2006/main">
            <a:off x="8963025" y="4695825"/>
            <a:ext cx="152400" cy="142875"/>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6903739-9D68-4D5C-A529-E62F0D627423}"/>
              </a:ext>
            </a:extLst>
          </p:cNvPr>
          <p:cNvSpPr>
            <a:spLocks xmlns:a="http://schemas.openxmlformats.org/drawingml/2006/main" noGrp="1"/>
          </p:cNvSpPr>
          <p:nvPr/>
        </p:nvSpPr>
        <p:spPr>
          <a:xfrm xmlns:a="http://schemas.openxmlformats.org/drawingml/2006/main">
            <a:off x="8963025" y="4638675"/>
            <a:ext cx="19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07CC5"/>
                </a:solidFill>
                <a:latin typeface="Arial"/>
                <a:ea typeface="Arial"/>
                <a:cs typeface="Arial"/>
              </a:defRPr>
            </a:defPPr>
            <a:lvl1pPr>
              <a:defRPr sz="1950" b="1">
                <a:solidFill>
                  <a:srgbClr val="307CC5"/>
                </a:solidFill>
                <a:latin typeface="Arial"/>
                <a:ea typeface="Arial"/>
                <a:cs typeface="Arial"/>
              </a:defRPr>
            </a:lvl1pPr>
            <a:lvl2pPr>
              <a:defRPr sz="1950" b="1">
                <a:solidFill>
                  <a:srgbClr val="307CC5"/>
                </a:solidFill>
                <a:latin typeface="Arial"/>
                <a:ea typeface="Arial"/>
                <a:cs typeface="Arial"/>
              </a:defRPr>
            </a:lvl2pPr>
            <a:lvl3pPr>
              <a:defRPr sz="1950" b="1">
                <a:solidFill>
                  <a:srgbClr val="307CC5"/>
                </a:solidFill>
                <a:latin typeface="Arial"/>
                <a:ea typeface="Arial"/>
                <a:cs typeface="Arial"/>
              </a:defRPr>
            </a:lvl3pPr>
            <a:lvl4pPr>
              <a:defRPr sz="1950" b="1">
                <a:solidFill>
                  <a:srgbClr val="307CC5"/>
                </a:solidFill>
                <a:latin typeface="Arial"/>
                <a:ea typeface="Arial"/>
                <a:cs typeface="Arial"/>
              </a:defRPr>
            </a:lvl4pPr>
            <a:lvl5pPr>
              <a:defRPr sz="1950" b="1">
                <a:solidFill>
                  <a:srgbClr val="307CC5"/>
                </a:solidFill>
                <a:latin typeface="Arial"/>
                <a:ea typeface="Arial"/>
                <a:cs typeface="Arial"/>
              </a:defRPr>
            </a:lvl5pPr>
            <a:lvl6pPr>
              <a:defRPr sz="1950" b="1">
                <a:solidFill>
                  <a:srgbClr val="307CC5"/>
                </a:solidFill>
                <a:latin typeface="Arial"/>
                <a:ea typeface="Arial"/>
                <a:cs typeface="Arial"/>
              </a:defRPr>
            </a:lvl6pPr>
            <a:lvl7pPr>
              <a:defRPr sz="1950" b="1">
                <a:solidFill>
                  <a:srgbClr val="307CC5"/>
                </a:solidFill>
                <a:latin typeface="Arial"/>
                <a:ea typeface="Arial"/>
                <a:cs typeface="Arial"/>
              </a:defRPr>
            </a:lvl7pPr>
            <a:lvl8pPr>
              <a:defRPr sz="1950" b="1">
                <a:solidFill>
                  <a:srgbClr val="307CC5"/>
                </a:solidFill>
                <a:latin typeface="Arial"/>
                <a:ea typeface="Arial"/>
                <a:cs typeface="Arial"/>
              </a:defRPr>
            </a:lvl8pPr>
            <a:lvl9pPr>
              <a:defRPr sz="1950" b="1">
                <a:solidFill>
                  <a:srgbClr val="307CC5"/>
                </a:solidFill>
                <a:latin typeface="Arial"/>
                <a:ea typeface="Arial"/>
                <a:cs typeface="Arial"/>
              </a:defRPr>
            </a:lvl9pPr>
          </a:lstStyle>
          <a:p xmlns:a="http://schemas.openxmlformats.org/drawingml/2006/main">
            <a:pPr>
              <a:defRPr sz="1950" b="1">
                <a:solidFill>
                  <a:srgbClr val="307CC5"/>
                </a:solidFill>
                <a:latin typeface="Arial"/>
                <a:ea typeface="Arial"/>
                <a:cs typeface="Arial"/>
              </a:defRPr>
            </a:pPr>
            <a:r>
              <a:rPr sz="1950" b="1">
                <a:solidFill>
                  <a:srgbClr val="307CC5"/>
                </a:solidFill>
                <a:latin typeface="Arial"/>
                <a:ea typeface="Arial"/>
                <a:cs typeface="Arial"/>
              </a:rPr>
              <a:t>›</a:t>
            </a:r>
          </a:p>
        </p:txBody>
      </p:sp>
      <p:sp>
        <p:nvSpPr>
          <p:cNvPr id="58" name="">
            <a:extLst xmlns:a="http://schemas.openxmlformats.org/drawingml/2006/main">
              <a:ext uri="{FF2B5EF4-FFF2-40B4-BE49-F238E27FC236}">
                <a16:creationId xmlns:a16="http://schemas.microsoft.com/office/drawing/2014/main" id="{11EC894E-BD1D-46FB-9727-DF41394B4321}"/>
              </a:ext>
            </a:extLst>
          </p:cNvPr>
          <p:cNvSpPr>
            <a:spLocks xmlns:a="http://schemas.openxmlformats.org/drawingml/2006/main" noGrp="1"/>
          </p:cNvSpPr>
          <p:nvPr/>
        </p:nvSpPr>
        <p:spPr>
          <a:xfrm xmlns:a="http://schemas.openxmlformats.org/drawingml/2006/main">
            <a:off x="9153525" y="4305300"/>
            <a:ext cx="2571750" cy="952500"/>
          </a:xfrm>
          <a:prstGeom xmlns:a="http://schemas.openxmlformats.org/drawingml/2006/main" prst="roundRect">
            <a:avLst>
              <a:gd name="adj" fmla="val 8000"/>
            </a:avLst>
          </a:prstGeom>
          <a:solidFill xmlns:a="http://schemas.openxmlformats.org/drawingml/2006/main">
            <a:srgbClr val="EDF4FB"/>
          </a:solidFill>
          <a:ln xmlns:a="http://schemas.openxmlformats.org/drawingml/2006/main" w="9525">
            <a:solidFill>
              <a:srgbClr val="307CC5"/>
            </a:solidFill>
          </a:ln>
        </p:spPr>
      </p:sp>
      <p:sp>
        <p:nvSpPr>
          <p:cNvPr id="59" name="">
            <a:extLst xmlns:a="http://schemas.openxmlformats.org/drawingml/2006/main">
              <a:ext uri="{FF2B5EF4-FFF2-40B4-BE49-F238E27FC236}">
                <a16:creationId xmlns:a16="http://schemas.microsoft.com/office/drawing/2014/main" id="{86A89DF4-376D-4E36-9566-E8FB610510C0}"/>
              </a:ext>
            </a:extLst>
          </p:cNvPr>
          <p:cNvSpPr>
            <a:spLocks xmlns:a="http://schemas.openxmlformats.org/drawingml/2006/main" noGrp="1"/>
          </p:cNvSpPr>
          <p:nvPr/>
        </p:nvSpPr>
        <p:spPr>
          <a:xfrm xmlns:a="http://schemas.openxmlformats.org/drawingml/2006/main">
            <a:off x="9267825" y="4419600"/>
            <a:ext cx="2343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12 Close</a:t>
            </a:r>
          </a:p>
        </p:txBody>
      </p:sp>
      <p:sp>
        <p:nvSpPr>
          <p:cNvPr id="60" name="">
            <a:extLst xmlns:a="http://schemas.openxmlformats.org/drawingml/2006/main">
              <a:ext uri="{FF2B5EF4-FFF2-40B4-BE49-F238E27FC236}">
                <a16:creationId xmlns:a16="http://schemas.microsoft.com/office/drawing/2014/main" id="{9254B4E8-5768-4D47-A343-35FE8D186B01}"/>
              </a:ext>
            </a:extLst>
          </p:cNvPr>
          <p:cNvSpPr>
            <a:spLocks xmlns:a="http://schemas.openxmlformats.org/drawingml/2006/main" noGrp="1"/>
          </p:cNvSpPr>
          <p:nvPr/>
        </p:nvSpPr>
        <p:spPr>
          <a:xfrm xmlns:a="http://schemas.openxmlformats.org/drawingml/2006/main">
            <a:off x="9267825" y="471487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Approve results, remove snapshot, retain logs</a:t>
            </a:r>
          </a:p>
        </p:txBody>
      </p:sp>
      <p:sp>
        <p:nvSpPr>
          <p:cNvPr id="61" name="">
            <a:extLst xmlns:a="http://schemas.openxmlformats.org/drawingml/2006/main">
              <a:ext uri="{FF2B5EF4-FFF2-40B4-BE49-F238E27FC236}">
                <a16:creationId xmlns:a16="http://schemas.microsoft.com/office/drawing/2014/main" id="{C0479B60-2BF4-49FA-88A4-C56E358841DD}"/>
              </a:ext>
            </a:extLst>
          </p:cNvPr>
          <p:cNvSpPr>
            <a:spLocks xmlns:a="http://schemas.openxmlformats.org/drawingml/2006/main" noGrp="1"/>
          </p:cNvSpPr>
          <p:nvPr/>
        </p:nvSpPr>
        <p:spPr>
          <a:xfrm xmlns:a="http://schemas.openxmlformats.org/drawingml/2006/main">
            <a:off x="523875" y="5762625"/>
            <a:ext cx="1114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RHEL: 7 to 8, then 8 to 9. Repeat checks, recovery gate and validation for each supported hop.</a:t>
            </a:r>
          </a:p>
        </p:txBody>
      </p:sp>
      <p:sp>
        <p:nvSpPr>
          <p:cNvPr id="62" name="">
            <a:extLst xmlns:a="http://schemas.openxmlformats.org/drawingml/2006/main">
              <a:ext uri="{FF2B5EF4-FFF2-40B4-BE49-F238E27FC236}">
                <a16:creationId xmlns:a16="http://schemas.microsoft.com/office/drawing/2014/main" id="{6980183C-16FC-4D2E-AF72-088941357D19}"/>
              </a:ext>
            </a:extLst>
          </p:cNvPr>
          <p:cNvSpPr>
            <a:spLocks xmlns:a="http://schemas.openxmlformats.org/drawingml/2006/main" noGrp="1"/>
          </p:cNvSpPr>
          <p:nvPr/>
        </p:nvSpPr>
        <p:spPr>
          <a:xfrm xmlns:a="http://schemas.openxmlformats.org/drawingml/2006/main">
            <a:off x="523875" y="6067425"/>
            <a:ext cx="11144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Windows: 2016 to 2022 on eligible systems. Failure stops the ring and invokes the approved recovery runbook.</a:t>
            </a:r>
          </a:p>
        </p:txBody>
      </p:sp>
    </p:spTree>
    <p:extLst>
      <p:ext uri="{BB962C8B-B14F-4D97-AF65-F5344CB8AC3E}">
        <p14:creationId xmlns:p14="http://schemas.microsoft.com/office/powerpoint/2010/main" val="15100807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5FBFF32-1791-4910-9A0D-3C227A87325E}"/>
              </a:ext>
            </a:extLst>
          </p:cNvPr>
          <p:cNvCxnSpPr>
            <a:stCxn xmlns:a="http://schemas.openxmlformats.org/drawingml/2006/main" id="13" idx="3"/>
            <a:endCxn xmlns:a="http://schemas.openxmlformats.org/drawingml/2006/main" id="16" idx="1"/>
          </p:cNvCxnSpPr>
          <p:nvPr/>
        </p:nvCxnSpPr>
        <p:spPr>
          <a:xfrm xmlns:a="http://schemas.openxmlformats.org/drawingml/2006/main">
            <a:off x="8715375" y="2000250"/>
            <a:ext cx="523875" cy="0"/>
          </a:xfrm>
          <a:prstGeom xmlns:a="http://schemas.openxmlformats.org/drawingml/2006/main" prst="straightConnector1">
            <a:avLst/>
          </a:prstGeom>
          <a:ln xmlns:a="http://schemas.openxmlformats.org/drawingml/2006/main" w="14288">
            <a:solidFill>
              <a:srgbClr val="307CC5"/>
            </a:solidFill>
            <a:tailEnd type="arrow" w="med" len="med"/>
          </a:ln>
        </p:spPr>
      </p:cxnSp>
      <p:cxnSp>
        <p:nvCxnSpPr>
          <p:cNvPr id="20" name="">
            <a:extLst xmlns:a="http://schemas.openxmlformats.org/drawingml/2006/main">
              <a:ext uri="{FF2B5EF4-FFF2-40B4-BE49-F238E27FC236}">
                <a16:creationId xmlns:a16="http://schemas.microsoft.com/office/drawing/2014/main" id="{CE7E1B1C-9651-42F1-8072-8785EA5A9A79}"/>
              </a:ext>
            </a:extLst>
          </p:cNvPr>
          <p:cNvCxnSpPr>
            <a:stCxn xmlns:a="http://schemas.openxmlformats.org/drawingml/2006/main" id="10" idx="3"/>
            <a:endCxn xmlns:a="http://schemas.openxmlformats.org/drawingml/2006/main" id="13" idx="1"/>
          </p:cNvCxnSpPr>
          <p:nvPr/>
        </p:nvCxnSpPr>
        <p:spPr>
          <a:xfrm xmlns:a="http://schemas.openxmlformats.org/drawingml/2006/main">
            <a:off x="5810250" y="2000250"/>
            <a:ext cx="523875" cy="0"/>
          </a:xfrm>
          <a:prstGeom xmlns:a="http://schemas.openxmlformats.org/drawingml/2006/main" prst="straightConnector1">
            <a:avLst/>
          </a:prstGeom>
          <a:ln xmlns:a="http://schemas.openxmlformats.org/drawingml/2006/main" w="14288">
            <a:solidFill>
              <a:srgbClr val="307CC5"/>
            </a:solidFill>
            <a:tailEnd type="arrow" w="med" len="med"/>
          </a:ln>
        </p:spPr>
      </p:cxnSp>
      <p:cxnSp>
        <p:nvCxnSpPr>
          <p:cNvPr id="19" name="">
            <a:extLst xmlns:a="http://schemas.openxmlformats.org/drawingml/2006/main">
              <a:ext uri="{FF2B5EF4-FFF2-40B4-BE49-F238E27FC236}">
                <a16:creationId xmlns:a16="http://schemas.microsoft.com/office/drawing/2014/main" id="{0AA8A669-BD98-43F2-9B27-C0ABC2142BBD}"/>
              </a:ext>
            </a:extLst>
          </p:cNvPr>
          <p:cNvCxnSpPr>
            <a:stCxn xmlns:a="http://schemas.openxmlformats.org/drawingml/2006/main" id="7" idx="3"/>
            <a:endCxn xmlns:a="http://schemas.openxmlformats.org/drawingml/2006/main" id="10" idx="1"/>
          </p:cNvCxnSpPr>
          <p:nvPr/>
        </p:nvCxnSpPr>
        <p:spPr>
          <a:xfrm xmlns:a="http://schemas.openxmlformats.org/drawingml/2006/main">
            <a:off x="2905125" y="2000250"/>
            <a:ext cx="523875" cy="0"/>
          </a:xfrm>
          <a:prstGeom xmlns:a="http://schemas.openxmlformats.org/drawingml/2006/main" prst="straightConnector1">
            <a:avLst/>
          </a:prstGeom>
          <a:ln xmlns:a="http://schemas.openxmlformats.org/drawingml/2006/main" w="14288">
            <a:solidFill>
              <a:srgbClr val="307CC5"/>
            </a:solidFill>
            <a:tailEnd type="arrow" w="med" len="med"/>
          </a:ln>
        </p:spPr>
      </p:cxnSp>
      <p:sp>
        <p:nvSpPr>
          <p:cNvPr id="31" name="">
            <a:extLst xmlns:a="http://schemas.openxmlformats.org/drawingml/2006/main">
              <a:ext uri="{FF2B5EF4-FFF2-40B4-BE49-F238E27FC236}">
                <a16:creationId xmlns:a16="http://schemas.microsoft.com/office/drawing/2014/main" id="{546889D0-9877-4C0E-B8FC-5BEC72995FDC}"/>
              </a:ext>
            </a:extLst>
          </p:cNvPr>
          <p:cNvSpPr>
            <a:spLocks xmlns:a="http://schemas.openxmlformats.org/drawingml/2006/main" noGrp="1"/>
          </p:cNvSpPr>
          <p:nvPr/>
        </p:nvSpPr>
        <p:spPr>
          <a:xfrm xmlns:a="http://schemas.openxmlformats.org/drawingml/2006/main">
            <a:off x="0" y="0"/>
            <a:ext cx="12192000" cy="66675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AAFEF5-4BD5-4078-A2BE-7FC56D8446B3}"/>
              </a:ext>
            </a:extLst>
          </p:cNvPr>
          <p:cNvSpPr>
            <a:spLocks xmlns:a="http://schemas.openxmlformats.org/drawingml/2006/main" noGrp="1"/>
          </p:cNvSpPr>
          <p:nvPr/>
        </p:nvSpPr>
        <p:spPr>
          <a:xfrm xmlns:a="http://schemas.openxmlformats.org/drawingml/2006/main">
            <a:off x="400050" y="171450"/>
            <a:ext cx="1138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Deployment Integrations for OS Upgrade Automation</a:t>
            </a:r>
          </a:p>
        </p:txBody>
      </p:sp>
      <p:sp>
        <p:nvSpPr>
          <p:cNvPr id="3" name="">
            <a:extLst xmlns:a="http://schemas.openxmlformats.org/drawingml/2006/main">
              <a:ext uri="{FF2B5EF4-FFF2-40B4-BE49-F238E27FC236}">
                <a16:creationId xmlns:a16="http://schemas.microsoft.com/office/drawing/2014/main" id="{0F19BC3B-3422-459A-A05B-B61E8E5630B5}"/>
              </a:ext>
            </a:extLst>
          </p:cNvPr>
          <p:cNvSpPr>
            <a:spLocks xmlns:a="http://schemas.openxmlformats.org/drawingml/2006/main" noGrp="1"/>
          </p:cNvSpPr>
          <p:nvPr/>
        </p:nvSpPr>
        <p:spPr>
          <a:xfrm xmlns:a="http://schemas.openxmlformats.org/drawingml/2006/main">
            <a:off x="428625" y="6496050"/>
            <a:ext cx="285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35555BBD-DEBA-49F9-8026-B607163EDCF1}"/>
              </a:ext>
            </a:extLst>
          </p:cNvPr>
          <p:cNvSpPr>
            <a:spLocks xmlns:a="http://schemas.openxmlformats.org/drawingml/2006/main" noGrp="1"/>
          </p:cNvSpPr>
          <p:nvPr/>
        </p:nvSpPr>
        <p:spPr>
          <a:xfrm xmlns:a="http://schemas.openxmlformats.org/drawingml/2006/main">
            <a:off x="1019175" y="6496050"/>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 2026 Cognizant  |  Confidential &amp; Proprietary</a:t>
            </a:r>
          </a:p>
        </p:txBody>
      </p:sp>
      <p:pic>
        <p:nvPicPr>
          <p:cNvPr id="5" name="">
            <a:extLst xmlns:a="http://schemas.openxmlformats.org/drawingml/2006/main">
              <a:ext uri="{FF2B5EF4-FFF2-40B4-BE49-F238E27FC236}">
                <a16:creationId xmlns:a16="http://schemas.microsoft.com/office/drawing/2014/main" id="{1D6A4C29-7EC7-49D4-966D-73CFBBC032EB}"/>
              </a:ext>
            </a:extLst>
          </p:cNvPr>
          <p:cNvPicPr>
            <a:picLocks xmlns:a="http://schemas.openxmlformats.org/drawingml/2006/main" noChangeAspect="1"/>
          </p:cNvPicPr>
          <p:nvPr/>
        </p:nvPicPr>
        <p:blipFill>
          <a:blip xmlns:r="http://schemas.openxmlformats.org/officeDocument/2006/relationships" xmlns:a="http://schemas.openxmlformats.org/drawingml/2006/main" r:embed="R9266c26f0777420d"/>
          <a:stretch xmlns:a="http://schemas.openxmlformats.org/drawingml/2006/main"/>
        </p:blipFill>
        <p:spPr>
          <a:xfrm xmlns:a="http://schemas.openxmlformats.org/drawingml/2006/main">
            <a:off x="10294528" y="6334125"/>
            <a:ext cx="1461319" cy="39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4ACD462-E546-4C51-BCED-A4A88A86EFC6}"/>
              </a:ext>
            </a:extLst>
          </p:cNvPr>
          <p:cNvSpPr>
            <a:spLocks xmlns:a="http://schemas.openxmlformats.org/drawingml/2006/main" noGrp="1"/>
          </p:cNvSpPr>
          <p:nvPr/>
        </p:nvSpPr>
        <p:spPr>
          <a:xfrm xmlns:a="http://schemas.openxmlformats.org/drawingml/2006/main">
            <a:off x="523875" y="952500"/>
            <a:ext cx="1114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70442"/>
                </a:solidFill>
                <a:latin typeface="Arial"/>
                <a:ea typeface="Arial"/>
                <a:cs typeface="Arial"/>
              </a:defRPr>
            </a:defPPr>
            <a:lvl1pPr>
              <a:defRPr sz="1800" b="1">
                <a:solidFill>
                  <a:srgbClr val="070442"/>
                </a:solidFill>
                <a:latin typeface="Arial"/>
                <a:ea typeface="Arial"/>
                <a:cs typeface="Arial"/>
              </a:defRPr>
            </a:lvl1pPr>
            <a:lvl2pPr>
              <a:defRPr sz="1800" b="1">
                <a:solidFill>
                  <a:srgbClr val="070442"/>
                </a:solidFill>
                <a:latin typeface="Arial"/>
                <a:ea typeface="Arial"/>
                <a:cs typeface="Arial"/>
              </a:defRPr>
            </a:lvl2pPr>
            <a:lvl3pPr>
              <a:defRPr sz="1800" b="1">
                <a:solidFill>
                  <a:srgbClr val="070442"/>
                </a:solidFill>
                <a:latin typeface="Arial"/>
                <a:ea typeface="Arial"/>
                <a:cs typeface="Arial"/>
              </a:defRPr>
            </a:lvl3pPr>
            <a:lvl4pPr>
              <a:defRPr sz="1800" b="1">
                <a:solidFill>
                  <a:srgbClr val="070442"/>
                </a:solidFill>
                <a:latin typeface="Arial"/>
                <a:ea typeface="Arial"/>
                <a:cs typeface="Arial"/>
              </a:defRPr>
            </a:lvl4pPr>
            <a:lvl5pPr>
              <a:defRPr sz="1800" b="1">
                <a:solidFill>
                  <a:srgbClr val="070442"/>
                </a:solidFill>
                <a:latin typeface="Arial"/>
                <a:ea typeface="Arial"/>
                <a:cs typeface="Arial"/>
              </a:defRPr>
            </a:lvl5pPr>
            <a:lvl6pPr>
              <a:defRPr sz="1800" b="1">
                <a:solidFill>
                  <a:srgbClr val="070442"/>
                </a:solidFill>
                <a:latin typeface="Arial"/>
                <a:ea typeface="Arial"/>
                <a:cs typeface="Arial"/>
              </a:defRPr>
            </a:lvl6pPr>
            <a:lvl7pPr>
              <a:defRPr sz="1800" b="1">
                <a:solidFill>
                  <a:srgbClr val="070442"/>
                </a:solidFill>
                <a:latin typeface="Arial"/>
                <a:ea typeface="Arial"/>
                <a:cs typeface="Arial"/>
              </a:defRPr>
            </a:lvl7pPr>
            <a:lvl8pPr>
              <a:defRPr sz="1800" b="1">
                <a:solidFill>
                  <a:srgbClr val="070442"/>
                </a:solidFill>
                <a:latin typeface="Arial"/>
                <a:ea typeface="Arial"/>
                <a:cs typeface="Arial"/>
              </a:defRPr>
            </a:lvl8pPr>
            <a:lvl9pPr>
              <a:defRPr sz="1800" b="1">
                <a:solidFill>
                  <a:srgbClr val="070442"/>
                </a:solidFill>
                <a:latin typeface="Arial"/>
                <a:ea typeface="Arial"/>
                <a:cs typeface="Arial"/>
              </a:defRPr>
            </a:lvl9pPr>
          </a:lstStyle>
          <a:p xmlns:a="http://schemas.openxmlformats.org/drawingml/2006/main">
            <a:pPr>
              <a:defRPr sz="1800" b="1">
                <a:solidFill>
                  <a:srgbClr val="070442"/>
                </a:solidFill>
                <a:latin typeface="Arial"/>
                <a:ea typeface="Arial"/>
                <a:cs typeface="Arial"/>
              </a:defRPr>
            </a:pPr>
            <a:r>
              <a:rPr sz="1800" b="1">
                <a:solidFill>
                  <a:srgbClr val="070442"/>
                </a:solidFill>
                <a:latin typeface="Arial"/>
                <a:ea typeface="Arial"/>
                <a:cs typeface="Arial"/>
              </a:rPr>
              <a:t>Deployment sequence adapted to existing hosts</a:t>
            </a:r>
          </a:p>
        </p:txBody>
      </p:sp>
      <p:sp>
        <p:nvSpPr>
          <p:cNvPr id="7" name="">
            <a:extLst xmlns:a="http://schemas.openxmlformats.org/drawingml/2006/main">
              <a:ext uri="{FF2B5EF4-FFF2-40B4-BE49-F238E27FC236}">
                <a16:creationId xmlns:a16="http://schemas.microsoft.com/office/drawing/2014/main" id="{C641F102-5D54-4B1F-AEC0-853ED2EA2287}"/>
              </a:ext>
            </a:extLst>
          </p:cNvPr>
          <p:cNvSpPr>
            <a:spLocks xmlns:a="http://schemas.openxmlformats.org/drawingml/2006/main" noGrp="1"/>
          </p:cNvSpPr>
          <p:nvPr/>
        </p:nvSpPr>
        <p:spPr>
          <a:xfrm xmlns:a="http://schemas.openxmlformats.org/drawingml/2006/main">
            <a:off x="523875" y="1581150"/>
            <a:ext cx="2381250" cy="838200"/>
          </a:xfrm>
          <a:prstGeom xmlns:a="http://schemas.openxmlformats.org/drawingml/2006/main" prst="roundRect">
            <a:avLst>
              <a:gd name="adj" fmla="val 9091"/>
            </a:avLst>
          </a:prstGeom>
          <a:solidFill xmlns:a="http://schemas.openxmlformats.org/drawingml/2006/main">
            <a:srgbClr val="EDF4FB"/>
          </a:solidFill>
          <a:ln xmlns:a="http://schemas.openxmlformats.org/drawingml/2006/main" w="9525">
            <a:solidFill>
              <a:srgbClr val="307CC5"/>
            </a:solidFill>
          </a:ln>
        </p:spPr>
      </p:sp>
      <p:sp>
        <p:nvSpPr>
          <p:cNvPr id="8" name="">
            <a:extLst xmlns:a="http://schemas.openxmlformats.org/drawingml/2006/main">
              <a:ext uri="{FF2B5EF4-FFF2-40B4-BE49-F238E27FC236}">
                <a16:creationId xmlns:a16="http://schemas.microsoft.com/office/drawing/2014/main" id="{B4BC8426-2B76-4975-923A-9D41E29B87D0}"/>
              </a:ext>
            </a:extLst>
          </p:cNvPr>
          <p:cNvSpPr>
            <a:spLocks xmlns:a="http://schemas.openxmlformats.org/drawingml/2006/main" noGrp="1"/>
          </p:cNvSpPr>
          <p:nvPr/>
        </p:nvSpPr>
        <p:spPr>
          <a:xfrm xmlns:a="http://schemas.openxmlformats.org/drawingml/2006/main">
            <a:off x="638175" y="1695450"/>
            <a:ext cx="2152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ServiceNow</a:t>
            </a:r>
          </a:p>
        </p:txBody>
      </p:sp>
      <p:sp>
        <p:nvSpPr>
          <p:cNvPr id="9" name="">
            <a:extLst xmlns:a="http://schemas.openxmlformats.org/drawingml/2006/main">
              <a:ext uri="{FF2B5EF4-FFF2-40B4-BE49-F238E27FC236}">
                <a16:creationId xmlns:a16="http://schemas.microsoft.com/office/drawing/2014/main" id="{2A1BE501-5F81-451E-9DF9-F721F5ADC043}"/>
              </a:ext>
            </a:extLst>
          </p:cNvPr>
          <p:cNvSpPr>
            <a:spLocks xmlns:a="http://schemas.openxmlformats.org/drawingml/2006/main" noGrp="1"/>
          </p:cNvSpPr>
          <p:nvPr/>
        </p:nvSpPr>
        <p:spPr>
          <a:xfrm xmlns:a="http://schemas.openxmlformats.org/drawingml/2006/main">
            <a:off x="638175" y="19907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Request, change approval and tasks</a:t>
            </a:r>
          </a:p>
        </p:txBody>
      </p:sp>
      <p:sp>
        <p:nvSpPr>
          <p:cNvPr id="10" name="">
            <a:extLst xmlns:a="http://schemas.openxmlformats.org/drawingml/2006/main">
              <a:ext uri="{FF2B5EF4-FFF2-40B4-BE49-F238E27FC236}">
                <a16:creationId xmlns:a16="http://schemas.microsoft.com/office/drawing/2014/main" id="{B7EA8128-A3B4-46E4-A75C-C3ECDE271011}"/>
              </a:ext>
            </a:extLst>
          </p:cNvPr>
          <p:cNvSpPr>
            <a:spLocks xmlns:a="http://schemas.openxmlformats.org/drawingml/2006/main" noGrp="1"/>
          </p:cNvSpPr>
          <p:nvPr/>
        </p:nvSpPr>
        <p:spPr>
          <a:xfrm xmlns:a="http://schemas.openxmlformats.org/drawingml/2006/main">
            <a:off x="3429000" y="1581150"/>
            <a:ext cx="2381250" cy="838200"/>
          </a:xfrm>
          <a:prstGeom xmlns:a="http://schemas.openxmlformats.org/drawingml/2006/main" prst="roundRect">
            <a:avLst>
              <a:gd name="adj" fmla="val 9091"/>
            </a:avLst>
          </a:prstGeom>
          <a:solidFill xmlns:a="http://schemas.openxmlformats.org/drawingml/2006/main">
            <a:srgbClr val="307CC5"/>
          </a:solidFill>
          <a:ln xmlns:a="http://schemas.openxmlformats.org/drawingml/2006/main" w="9525">
            <a:solidFill>
              <a:srgbClr val="307CC5"/>
            </a:solidFill>
          </a:ln>
        </p:spPr>
      </p:sp>
      <p:sp>
        <p:nvSpPr>
          <p:cNvPr id="11" name="">
            <a:extLst xmlns:a="http://schemas.openxmlformats.org/drawingml/2006/main">
              <a:ext uri="{FF2B5EF4-FFF2-40B4-BE49-F238E27FC236}">
                <a16:creationId xmlns:a16="http://schemas.microsoft.com/office/drawing/2014/main" id="{8E2B9DD2-CF31-4163-BDB0-B04CAF347A33}"/>
              </a:ext>
            </a:extLst>
          </p:cNvPr>
          <p:cNvSpPr>
            <a:spLocks xmlns:a="http://schemas.openxmlformats.org/drawingml/2006/main" noGrp="1"/>
          </p:cNvSpPr>
          <p:nvPr/>
        </p:nvSpPr>
        <p:spPr>
          <a:xfrm xmlns:a="http://schemas.openxmlformats.org/drawingml/2006/main">
            <a:off x="3543300" y="1695450"/>
            <a:ext cx="2152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Jenkins</a:t>
            </a:r>
          </a:p>
        </p:txBody>
      </p:sp>
      <p:sp>
        <p:nvSpPr>
          <p:cNvPr id="12" name="">
            <a:extLst xmlns:a="http://schemas.openxmlformats.org/drawingml/2006/main">
              <a:ext uri="{FF2B5EF4-FFF2-40B4-BE49-F238E27FC236}">
                <a16:creationId xmlns:a16="http://schemas.microsoft.com/office/drawing/2014/main" id="{F24AEC0D-38EF-4E4C-9D48-A3D22D353F68}"/>
              </a:ext>
            </a:extLst>
          </p:cNvPr>
          <p:cNvSpPr>
            <a:spLocks xmlns:a="http://schemas.openxmlformats.org/drawingml/2006/main" noGrp="1"/>
          </p:cNvSpPr>
          <p:nvPr/>
        </p:nvSpPr>
        <p:spPr>
          <a:xfrm xmlns:a="http://schemas.openxmlformats.org/drawingml/2006/main">
            <a:off x="3543300" y="19907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Pipeline, job status and handoff</a:t>
            </a:r>
          </a:p>
        </p:txBody>
      </p:sp>
      <p:sp>
        <p:nvSpPr>
          <p:cNvPr id="13" name="">
            <a:extLst xmlns:a="http://schemas.openxmlformats.org/drawingml/2006/main">
              <a:ext uri="{FF2B5EF4-FFF2-40B4-BE49-F238E27FC236}">
                <a16:creationId xmlns:a16="http://schemas.microsoft.com/office/drawing/2014/main" id="{FDF4D5D4-E9F6-42D9-91E8-F15DA91C0CD9}"/>
              </a:ext>
            </a:extLst>
          </p:cNvPr>
          <p:cNvSpPr>
            <a:spLocks xmlns:a="http://schemas.openxmlformats.org/drawingml/2006/main" noGrp="1"/>
          </p:cNvSpPr>
          <p:nvPr/>
        </p:nvSpPr>
        <p:spPr>
          <a:xfrm xmlns:a="http://schemas.openxmlformats.org/drawingml/2006/main">
            <a:off x="6334125" y="1581150"/>
            <a:ext cx="2381250" cy="838200"/>
          </a:xfrm>
          <a:prstGeom xmlns:a="http://schemas.openxmlformats.org/drawingml/2006/main" prst="roundRect">
            <a:avLst>
              <a:gd name="adj" fmla="val 9091"/>
            </a:avLst>
          </a:prstGeom>
          <a:solidFill xmlns:a="http://schemas.openxmlformats.org/drawingml/2006/main">
            <a:srgbClr val="307CC5"/>
          </a:solidFill>
          <a:ln xmlns:a="http://schemas.openxmlformats.org/drawingml/2006/main" w="9525">
            <a:solidFill>
              <a:srgbClr val="307CC5"/>
            </a:solidFill>
          </a:ln>
        </p:spPr>
      </p:sp>
      <p:sp>
        <p:nvSpPr>
          <p:cNvPr id="14" name="">
            <a:extLst xmlns:a="http://schemas.openxmlformats.org/drawingml/2006/main">
              <a:ext uri="{FF2B5EF4-FFF2-40B4-BE49-F238E27FC236}">
                <a16:creationId xmlns:a16="http://schemas.microsoft.com/office/drawing/2014/main" id="{6BE8CB22-B28A-4D2A-8CD1-1409B71A69D3}"/>
              </a:ext>
            </a:extLst>
          </p:cNvPr>
          <p:cNvSpPr>
            <a:spLocks xmlns:a="http://schemas.openxmlformats.org/drawingml/2006/main" noGrp="1"/>
          </p:cNvSpPr>
          <p:nvPr/>
        </p:nvSpPr>
        <p:spPr>
          <a:xfrm xmlns:a="http://schemas.openxmlformats.org/drawingml/2006/main">
            <a:off x="6448425" y="1695450"/>
            <a:ext cx="2152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Ansible AAP</a:t>
            </a:r>
          </a:p>
        </p:txBody>
      </p:sp>
      <p:sp>
        <p:nvSpPr>
          <p:cNvPr id="15" name="">
            <a:extLst xmlns:a="http://schemas.openxmlformats.org/drawingml/2006/main">
              <a:ext uri="{FF2B5EF4-FFF2-40B4-BE49-F238E27FC236}">
                <a16:creationId xmlns:a16="http://schemas.microsoft.com/office/drawing/2014/main" id="{386ACA8E-5A2B-4EF4-94C9-08A6C73CF0BE}"/>
              </a:ext>
            </a:extLst>
          </p:cNvPr>
          <p:cNvSpPr>
            <a:spLocks xmlns:a="http://schemas.openxmlformats.org/drawingml/2006/main" noGrp="1"/>
          </p:cNvSpPr>
          <p:nvPr/>
        </p:nvSpPr>
        <p:spPr>
          <a:xfrm xmlns:a="http://schemas.openxmlformats.org/drawingml/2006/main">
            <a:off x="6448425" y="19907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FFFFFF"/>
                </a:solidFill>
                <a:latin typeface="Arial"/>
                <a:ea typeface="Arial"/>
                <a:cs typeface="Arial"/>
              </a:defRPr>
            </a:defPPr>
            <a:lvl1pPr>
              <a:defRPr sz="1050" b="0">
                <a:solidFill>
                  <a:srgbClr val="FFFFFF"/>
                </a:solidFill>
                <a:latin typeface="Arial"/>
                <a:ea typeface="Arial"/>
                <a:cs typeface="Arial"/>
              </a:defRPr>
            </a:lvl1pPr>
            <a:lvl2pPr>
              <a:defRPr sz="1050" b="0">
                <a:solidFill>
                  <a:srgbClr val="FFFFFF"/>
                </a:solidFill>
                <a:latin typeface="Arial"/>
                <a:ea typeface="Arial"/>
                <a:cs typeface="Arial"/>
              </a:defRPr>
            </a:lvl2pPr>
            <a:lvl3pPr>
              <a:defRPr sz="1050" b="0">
                <a:solidFill>
                  <a:srgbClr val="FFFFFF"/>
                </a:solidFill>
                <a:latin typeface="Arial"/>
                <a:ea typeface="Arial"/>
                <a:cs typeface="Arial"/>
              </a:defRPr>
            </a:lvl3pPr>
            <a:lvl4pPr>
              <a:defRPr sz="1050" b="0">
                <a:solidFill>
                  <a:srgbClr val="FFFFFF"/>
                </a:solidFill>
                <a:latin typeface="Arial"/>
                <a:ea typeface="Arial"/>
                <a:cs typeface="Arial"/>
              </a:defRPr>
            </a:lvl4pPr>
            <a:lvl5pPr>
              <a:defRPr sz="1050" b="0">
                <a:solidFill>
                  <a:srgbClr val="FFFFFF"/>
                </a:solidFill>
                <a:latin typeface="Arial"/>
                <a:ea typeface="Arial"/>
                <a:cs typeface="Arial"/>
              </a:defRPr>
            </a:lvl5pPr>
            <a:lvl6pPr>
              <a:defRPr sz="1050" b="0">
                <a:solidFill>
                  <a:srgbClr val="FFFFFF"/>
                </a:solidFill>
                <a:latin typeface="Arial"/>
                <a:ea typeface="Arial"/>
                <a:cs typeface="Arial"/>
              </a:defRPr>
            </a:lvl6pPr>
            <a:lvl7pPr>
              <a:defRPr sz="1050" b="0">
                <a:solidFill>
                  <a:srgbClr val="FFFFFF"/>
                </a:solidFill>
                <a:latin typeface="Arial"/>
                <a:ea typeface="Arial"/>
                <a:cs typeface="Arial"/>
              </a:defRPr>
            </a:lvl7pPr>
            <a:lvl8pPr>
              <a:defRPr sz="1050" b="0">
                <a:solidFill>
                  <a:srgbClr val="FFFFFF"/>
                </a:solidFill>
                <a:latin typeface="Arial"/>
                <a:ea typeface="Arial"/>
                <a:cs typeface="Arial"/>
              </a:defRPr>
            </a:lvl8pPr>
            <a:lvl9pPr>
              <a:defRPr sz="1050" b="0">
                <a:solidFill>
                  <a:srgbClr val="FFFFFF"/>
                </a:solidFill>
                <a:latin typeface="Arial"/>
                <a:ea typeface="Arial"/>
                <a:cs typeface="Arial"/>
              </a:defRPr>
            </a:lvl9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Controlled playbook execution</a:t>
            </a:r>
          </a:p>
        </p:txBody>
      </p:sp>
      <p:sp>
        <p:nvSpPr>
          <p:cNvPr id="16" name="">
            <a:extLst xmlns:a="http://schemas.openxmlformats.org/drawingml/2006/main">
              <a:ext uri="{FF2B5EF4-FFF2-40B4-BE49-F238E27FC236}">
                <a16:creationId xmlns:a16="http://schemas.microsoft.com/office/drawing/2014/main" id="{59CFBF07-323A-40D9-8D9D-CAD58650FBC4}"/>
              </a:ext>
            </a:extLst>
          </p:cNvPr>
          <p:cNvSpPr>
            <a:spLocks xmlns:a="http://schemas.openxmlformats.org/drawingml/2006/main" noGrp="1"/>
          </p:cNvSpPr>
          <p:nvPr/>
        </p:nvSpPr>
        <p:spPr>
          <a:xfrm xmlns:a="http://schemas.openxmlformats.org/drawingml/2006/main">
            <a:off x="9239250" y="1581150"/>
            <a:ext cx="2381250" cy="838200"/>
          </a:xfrm>
          <a:prstGeom xmlns:a="http://schemas.openxmlformats.org/drawingml/2006/main" prst="roundRect">
            <a:avLst>
              <a:gd name="adj" fmla="val 9091"/>
            </a:avLst>
          </a:prstGeom>
          <a:solidFill xmlns:a="http://schemas.openxmlformats.org/drawingml/2006/main">
            <a:srgbClr val="EDF4FB"/>
          </a:solidFill>
          <a:ln xmlns:a="http://schemas.openxmlformats.org/drawingml/2006/main" w="9525">
            <a:solidFill>
              <a:srgbClr val="307CC5"/>
            </a:solidFill>
          </a:ln>
        </p:spPr>
      </p:sp>
      <p:sp>
        <p:nvSpPr>
          <p:cNvPr id="17" name="">
            <a:extLst xmlns:a="http://schemas.openxmlformats.org/drawingml/2006/main">
              <a:ext uri="{FF2B5EF4-FFF2-40B4-BE49-F238E27FC236}">
                <a16:creationId xmlns:a16="http://schemas.microsoft.com/office/drawing/2014/main" id="{FD0877AD-4B31-4B19-B242-850DE77B9D2D}"/>
              </a:ext>
            </a:extLst>
          </p:cNvPr>
          <p:cNvSpPr>
            <a:spLocks xmlns:a="http://schemas.openxmlformats.org/drawingml/2006/main" noGrp="1"/>
          </p:cNvSpPr>
          <p:nvPr/>
        </p:nvSpPr>
        <p:spPr>
          <a:xfrm xmlns:a="http://schemas.openxmlformats.org/drawingml/2006/main">
            <a:off x="9353550" y="1695450"/>
            <a:ext cx="2152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070442"/>
                </a:solidFill>
                <a:latin typeface="Arial"/>
                <a:ea typeface="Arial"/>
                <a:cs typeface="Arial"/>
              </a:defRPr>
            </a:defPPr>
            <a:lvl1pPr>
              <a:defRPr sz="1350" b="1">
                <a:solidFill>
                  <a:srgbClr val="070442"/>
                </a:solidFill>
                <a:latin typeface="Arial"/>
                <a:ea typeface="Arial"/>
                <a:cs typeface="Arial"/>
              </a:defRPr>
            </a:lvl1pPr>
            <a:lvl2pPr>
              <a:defRPr sz="1350" b="1">
                <a:solidFill>
                  <a:srgbClr val="070442"/>
                </a:solidFill>
                <a:latin typeface="Arial"/>
                <a:ea typeface="Arial"/>
                <a:cs typeface="Arial"/>
              </a:defRPr>
            </a:lvl2pPr>
            <a:lvl3pPr>
              <a:defRPr sz="1350" b="1">
                <a:solidFill>
                  <a:srgbClr val="070442"/>
                </a:solidFill>
                <a:latin typeface="Arial"/>
                <a:ea typeface="Arial"/>
                <a:cs typeface="Arial"/>
              </a:defRPr>
            </a:lvl3pPr>
            <a:lvl4pPr>
              <a:defRPr sz="1350" b="1">
                <a:solidFill>
                  <a:srgbClr val="070442"/>
                </a:solidFill>
                <a:latin typeface="Arial"/>
                <a:ea typeface="Arial"/>
                <a:cs typeface="Arial"/>
              </a:defRPr>
            </a:lvl4pPr>
            <a:lvl5pPr>
              <a:defRPr sz="1350" b="1">
                <a:solidFill>
                  <a:srgbClr val="070442"/>
                </a:solidFill>
                <a:latin typeface="Arial"/>
                <a:ea typeface="Arial"/>
                <a:cs typeface="Arial"/>
              </a:defRPr>
            </a:lvl5pPr>
            <a:lvl6pPr>
              <a:defRPr sz="1350" b="1">
                <a:solidFill>
                  <a:srgbClr val="070442"/>
                </a:solidFill>
                <a:latin typeface="Arial"/>
                <a:ea typeface="Arial"/>
                <a:cs typeface="Arial"/>
              </a:defRPr>
            </a:lvl6pPr>
            <a:lvl7pPr>
              <a:defRPr sz="1350" b="1">
                <a:solidFill>
                  <a:srgbClr val="070442"/>
                </a:solidFill>
                <a:latin typeface="Arial"/>
                <a:ea typeface="Arial"/>
                <a:cs typeface="Arial"/>
              </a:defRPr>
            </a:lvl7pPr>
            <a:lvl8pPr>
              <a:defRPr sz="1350" b="1">
                <a:solidFill>
                  <a:srgbClr val="070442"/>
                </a:solidFill>
                <a:latin typeface="Arial"/>
                <a:ea typeface="Arial"/>
                <a:cs typeface="Arial"/>
              </a:defRPr>
            </a:lvl8pPr>
            <a:lvl9pPr>
              <a:defRPr sz="1350" b="1">
                <a:solidFill>
                  <a:srgbClr val="070442"/>
                </a:solidFill>
                <a:latin typeface="Arial"/>
                <a:ea typeface="Arial"/>
                <a:cs typeface="Arial"/>
              </a:defRPr>
            </a:lvl9pPr>
          </a:lstStyle>
          <a:p xmlns:a="http://schemas.openxmlformats.org/drawingml/2006/main">
            <a:pPr>
              <a:defRPr sz="1350" b="1">
                <a:solidFill>
                  <a:srgbClr val="070442"/>
                </a:solidFill>
                <a:latin typeface="Arial"/>
                <a:ea typeface="Arial"/>
                <a:cs typeface="Arial"/>
              </a:defRPr>
            </a:pPr>
            <a:r>
              <a:rPr sz="1350" b="1">
                <a:solidFill>
                  <a:srgbClr val="070442"/>
                </a:solidFill>
                <a:latin typeface="Arial"/>
                <a:ea typeface="Arial"/>
                <a:cs typeface="Arial"/>
              </a:rPr>
              <a:t>Target hosts</a:t>
            </a:r>
          </a:p>
        </p:txBody>
      </p:sp>
      <p:sp>
        <p:nvSpPr>
          <p:cNvPr id="18" name="">
            <a:extLst xmlns:a="http://schemas.openxmlformats.org/drawingml/2006/main">
              <a:ext uri="{FF2B5EF4-FFF2-40B4-BE49-F238E27FC236}">
                <a16:creationId xmlns:a16="http://schemas.microsoft.com/office/drawing/2014/main" id="{3EA8E04D-12C9-4FFD-9CDC-528C3B892621}"/>
              </a:ext>
            </a:extLst>
          </p:cNvPr>
          <p:cNvSpPr>
            <a:spLocks xmlns:a="http://schemas.openxmlformats.org/drawingml/2006/main" noGrp="1"/>
          </p:cNvSpPr>
          <p:nvPr/>
        </p:nvSpPr>
        <p:spPr>
          <a:xfrm xmlns:a="http://schemas.openxmlformats.org/drawingml/2006/main">
            <a:off x="9353550" y="19907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454955"/>
                </a:solidFill>
                <a:latin typeface="Arial"/>
                <a:ea typeface="Arial"/>
                <a:cs typeface="Arial"/>
              </a:defRPr>
            </a:defPPr>
            <a:lvl1pPr>
              <a:defRPr sz="1050" b="0">
                <a:solidFill>
                  <a:srgbClr val="454955"/>
                </a:solidFill>
                <a:latin typeface="Arial"/>
                <a:ea typeface="Arial"/>
                <a:cs typeface="Arial"/>
              </a:defRPr>
            </a:lvl1pPr>
            <a:lvl2pPr>
              <a:defRPr sz="1050" b="0">
                <a:solidFill>
                  <a:srgbClr val="454955"/>
                </a:solidFill>
                <a:latin typeface="Arial"/>
                <a:ea typeface="Arial"/>
                <a:cs typeface="Arial"/>
              </a:defRPr>
            </a:lvl2pPr>
            <a:lvl3pPr>
              <a:defRPr sz="1050" b="0">
                <a:solidFill>
                  <a:srgbClr val="454955"/>
                </a:solidFill>
                <a:latin typeface="Arial"/>
                <a:ea typeface="Arial"/>
                <a:cs typeface="Arial"/>
              </a:defRPr>
            </a:lvl3pPr>
            <a:lvl4pPr>
              <a:defRPr sz="1050" b="0">
                <a:solidFill>
                  <a:srgbClr val="454955"/>
                </a:solidFill>
                <a:latin typeface="Arial"/>
                <a:ea typeface="Arial"/>
                <a:cs typeface="Arial"/>
              </a:defRPr>
            </a:lvl4pPr>
            <a:lvl5pPr>
              <a:defRPr sz="1050" b="0">
                <a:solidFill>
                  <a:srgbClr val="454955"/>
                </a:solidFill>
                <a:latin typeface="Arial"/>
                <a:ea typeface="Arial"/>
                <a:cs typeface="Arial"/>
              </a:defRPr>
            </a:lvl5pPr>
            <a:lvl6pPr>
              <a:defRPr sz="1050" b="0">
                <a:solidFill>
                  <a:srgbClr val="454955"/>
                </a:solidFill>
                <a:latin typeface="Arial"/>
                <a:ea typeface="Arial"/>
                <a:cs typeface="Arial"/>
              </a:defRPr>
            </a:lvl6pPr>
            <a:lvl7pPr>
              <a:defRPr sz="1050" b="0">
                <a:solidFill>
                  <a:srgbClr val="454955"/>
                </a:solidFill>
                <a:latin typeface="Arial"/>
                <a:ea typeface="Arial"/>
                <a:cs typeface="Arial"/>
              </a:defRPr>
            </a:lvl7pPr>
            <a:lvl8pPr>
              <a:defRPr sz="1050" b="0">
                <a:solidFill>
                  <a:srgbClr val="454955"/>
                </a:solidFill>
                <a:latin typeface="Arial"/>
                <a:ea typeface="Arial"/>
                <a:cs typeface="Arial"/>
              </a:defRPr>
            </a:lvl8pPr>
            <a:lvl9pPr>
              <a:defRPr sz="1050" b="0">
                <a:solidFill>
                  <a:srgbClr val="454955"/>
                </a:solidFill>
                <a:latin typeface="Arial"/>
                <a:ea typeface="Arial"/>
                <a:cs typeface="Arial"/>
              </a:defRPr>
            </a:lvl9pPr>
          </a:lstStyle>
          <a:p xmlns:a="http://schemas.openxmlformats.org/drawingml/2006/main">
            <a:pPr>
              <a:defRPr sz="1050" b="0">
                <a:solidFill>
                  <a:srgbClr val="454955"/>
                </a:solidFill>
                <a:latin typeface="Arial"/>
                <a:ea typeface="Arial"/>
                <a:cs typeface="Arial"/>
              </a:defRPr>
            </a:pPr>
            <a:r>
              <a:rPr sz="1050" b="0">
                <a:solidFill>
                  <a:srgbClr val="454955"/>
                </a:solidFill>
                <a:latin typeface="Arial"/>
                <a:ea typeface="Arial"/>
                <a:cs typeface="Arial"/>
              </a:rPr>
              <a:t>RHEL / Windows on VMware</a:t>
            </a:r>
          </a:p>
        </p:txBody>
      </p:sp>
      <p:sp>
        <p:nvSpPr>
          <p:cNvPr id="22" name="">
            <a:extLst xmlns:a="http://schemas.openxmlformats.org/drawingml/2006/main">
              <a:ext uri="{FF2B5EF4-FFF2-40B4-BE49-F238E27FC236}">
                <a16:creationId xmlns:a16="http://schemas.microsoft.com/office/drawing/2014/main" id="{8480BBBB-3BC1-4D75-8573-9DF34D3C07D3}"/>
              </a:ext>
            </a:extLst>
          </p:cNvPr>
          <p:cNvSpPr>
            <a:spLocks xmlns:a="http://schemas.openxmlformats.org/drawingml/2006/main" noGrp="1"/>
          </p:cNvSpPr>
          <p:nvPr/>
        </p:nvSpPr>
        <p:spPr>
          <a:xfrm xmlns:a="http://schemas.openxmlformats.org/drawingml/2006/main">
            <a:off x="523875" y="29051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Code &amp; Credentials</a:t>
            </a:r>
          </a:p>
        </p:txBody>
      </p:sp>
      <p:sp>
        <p:nvSpPr>
          <p:cNvPr id="23" name="">
            <a:extLst xmlns:a="http://schemas.openxmlformats.org/drawingml/2006/main">
              <a:ext uri="{FF2B5EF4-FFF2-40B4-BE49-F238E27FC236}">
                <a16:creationId xmlns:a16="http://schemas.microsoft.com/office/drawing/2014/main" id="{D190CCF7-D19B-48AE-AD23-21B576BBABEA}"/>
              </a:ext>
            </a:extLst>
          </p:cNvPr>
          <p:cNvSpPr>
            <a:spLocks xmlns:a="http://schemas.openxmlformats.org/drawingml/2006/main" noGrp="1"/>
          </p:cNvSpPr>
          <p:nvPr/>
        </p:nvSpPr>
        <p:spPr>
          <a:xfrm xmlns:a="http://schemas.openxmlformats.org/drawingml/2006/main">
            <a:off x="523875" y="328612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Azure Repos: versioned playbooks and inventory.</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CyberArk: retrieve privileged credentials through an approved AAP integration.</a:t>
            </a:r>
          </a:p>
        </p:txBody>
      </p:sp>
      <p:sp>
        <p:nvSpPr>
          <p:cNvPr id="24" name="">
            <a:extLst xmlns:a="http://schemas.openxmlformats.org/drawingml/2006/main">
              <a:ext uri="{FF2B5EF4-FFF2-40B4-BE49-F238E27FC236}">
                <a16:creationId xmlns:a16="http://schemas.microsoft.com/office/drawing/2014/main" id="{603992FB-0698-4BF7-9EA6-FB46E286F13A}"/>
              </a:ext>
            </a:extLst>
          </p:cNvPr>
          <p:cNvSpPr>
            <a:spLocks xmlns:a="http://schemas.openxmlformats.org/drawingml/2006/main" noGrp="1"/>
          </p:cNvSpPr>
          <p:nvPr/>
        </p:nvSpPr>
        <p:spPr>
          <a:xfrm xmlns:a="http://schemas.openxmlformats.org/drawingml/2006/main">
            <a:off x="4333875" y="2905125"/>
            <a:ext cx="3381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Infrastructure &amp; Recovery</a:t>
            </a:r>
          </a:p>
        </p:txBody>
      </p:sp>
      <p:sp>
        <p:nvSpPr>
          <p:cNvPr id="25" name="">
            <a:extLst xmlns:a="http://schemas.openxmlformats.org/drawingml/2006/main">
              <a:ext uri="{FF2B5EF4-FFF2-40B4-BE49-F238E27FC236}">
                <a16:creationId xmlns:a16="http://schemas.microsoft.com/office/drawing/2014/main" id="{3B6C65A5-D129-4584-99C8-EFB43DEBADDF}"/>
              </a:ext>
            </a:extLst>
          </p:cNvPr>
          <p:cNvSpPr>
            <a:spLocks xmlns:a="http://schemas.openxmlformats.org/drawingml/2006/main" noGrp="1"/>
          </p:cNvSpPr>
          <p:nvPr/>
        </p:nvSpPr>
        <p:spPr>
          <a:xfrm xmlns:a="http://schemas.openxmlformats.org/drawingml/2006/main">
            <a:off x="4333875" y="3286125"/>
            <a:ext cx="3381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vCenter API: snapshot creation and closure.</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Backup platform: backup ID and restore evidence.</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ISO / package repositories: validated media per OS and hop.</a:t>
            </a:r>
          </a:p>
        </p:txBody>
      </p:sp>
      <p:sp>
        <p:nvSpPr>
          <p:cNvPr id="26" name="">
            <a:extLst xmlns:a="http://schemas.openxmlformats.org/drawingml/2006/main">
              <a:ext uri="{FF2B5EF4-FFF2-40B4-BE49-F238E27FC236}">
                <a16:creationId xmlns:a16="http://schemas.microsoft.com/office/drawing/2014/main" id="{9D532080-C405-4552-9100-EA9132201D60}"/>
              </a:ext>
            </a:extLst>
          </p:cNvPr>
          <p:cNvSpPr>
            <a:spLocks xmlns:a="http://schemas.openxmlformats.org/drawingml/2006/main" noGrp="1"/>
          </p:cNvSpPr>
          <p:nvPr/>
        </p:nvSpPr>
        <p:spPr>
          <a:xfrm xmlns:a="http://schemas.openxmlformats.org/drawingml/2006/main">
            <a:off x="8191500" y="29051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070442"/>
                </a:solidFill>
                <a:latin typeface="Arial"/>
                <a:ea typeface="Arial"/>
                <a:cs typeface="Arial"/>
              </a:defRPr>
            </a:defPPr>
            <a:lvl1pPr>
              <a:defRPr sz="1575" b="1">
                <a:solidFill>
                  <a:srgbClr val="070442"/>
                </a:solidFill>
                <a:latin typeface="Arial"/>
                <a:ea typeface="Arial"/>
                <a:cs typeface="Arial"/>
              </a:defRPr>
            </a:lvl1pPr>
            <a:lvl2pPr>
              <a:defRPr sz="1575" b="1">
                <a:solidFill>
                  <a:srgbClr val="070442"/>
                </a:solidFill>
                <a:latin typeface="Arial"/>
                <a:ea typeface="Arial"/>
                <a:cs typeface="Arial"/>
              </a:defRPr>
            </a:lvl2pPr>
            <a:lvl3pPr>
              <a:defRPr sz="1575" b="1">
                <a:solidFill>
                  <a:srgbClr val="070442"/>
                </a:solidFill>
                <a:latin typeface="Arial"/>
                <a:ea typeface="Arial"/>
                <a:cs typeface="Arial"/>
              </a:defRPr>
            </a:lvl3pPr>
            <a:lvl4pPr>
              <a:defRPr sz="1575" b="1">
                <a:solidFill>
                  <a:srgbClr val="070442"/>
                </a:solidFill>
                <a:latin typeface="Arial"/>
                <a:ea typeface="Arial"/>
                <a:cs typeface="Arial"/>
              </a:defRPr>
            </a:lvl4pPr>
            <a:lvl5pPr>
              <a:defRPr sz="1575" b="1">
                <a:solidFill>
                  <a:srgbClr val="070442"/>
                </a:solidFill>
                <a:latin typeface="Arial"/>
                <a:ea typeface="Arial"/>
                <a:cs typeface="Arial"/>
              </a:defRPr>
            </a:lvl5pPr>
            <a:lvl6pPr>
              <a:defRPr sz="1575" b="1">
                <a:solidFill>
                  <a:srgbClr val="070442"/>
                </a:solidFill>
                <a:latin typeface="Arial"/>
                <a:ea typeface="Arial"/>
                <a:cs typeface="Arial"/>
              </a:defRPr>
            </a:lvl6pPr>
            <a:lvl7pPr>
              <a:defRPr sz="1575" b="1">
                <a:solidFill>
                  <a:srgbClr val="070442"/>
                </a:solidFill>
                <a:latin typeface="Arial"/>
                <a:ea typeface="Arial"/>
                <a:cs typeface="Arial"/>
              </a:defRPr>
            </a:lvl7pPr>
            <a:lvl8pPr>
              <a:defRPr sz="1575" b="1">
                <a:solidFill>
                  <a:srgbClr val="070442"/>
                </a:solidFill>
                <a:latin typeface="Arial"/>
                <a:ea typeface="Arial"/>
                <a:cs typeface="Arial"/>
              </a:defRPr>
            </a:lvl8pPr>
            <a:lvl9pPr>
              <a:defRPr sz="1575" b="1">
                <a:solidFill>
                  <a:srgbClr val="070442"/>
                </a:solidFill>
                <a:latin typeface="Arial"/>
                <a:ea typeface="Arial"/>
                <a:cs typeface="Arial"/>
              </a:defRPr>
            </a:lvl9pPr>
          </a:lstStyle>
          <a:p xmlns:a="http://schemas.openxmlformats.org/drawingml/2006/main">
            <a:pPr>
              <a:defRPr sz="1575" b="1">
                <a:solidFill>
                  <a:srgbClr val="070442"/>
                </a:solidFill>
                <a:latin typeface="Arial"/>
                <a:ea typeface="Arial"/>
                <a:cs typeface="Arial"/>
              </a:defRPr>
            </a:pPr>
            <a:r>
              <a:rPr sz="1575" b="1">
                <a:solidFill>
                  <a:srgbClr val="070442"/>
                </a:solidFill>
                <a:latin typeface="Arial"/>
                <a:ea typeface="Arial"/>
                <a:cs typeface="Arial"/>
              </a:rPr>
              <a:t>Validation &amp; Closure</a:t>
            </a:r>
          </a:p>
        </p:txBody>
      </p:sp>
      <p:sp>
        <p:nvSpPr>
          <p:cNvPr id="27" name="">
            <a:extLst xmlns:a="http://schemas.openxmlformats.org/drawingml/2006/main">
              <a:ext uri="{FF2B5EF4-FFF2-40B4-BE49-F238E27FC236}">
                <a16:creationId xmlns:a16="http://schemas.microsoft.com/office/drawing/2014/main" id="{A0B04678-9917-46DF-90A6-C12C69458DF2}"/>
              </a:ext>
            </a:extLst>
          </p:cNvPr>
          <p:cNvSpPr>
            <a:spLocks xmlns:a="http://schemas.openxmlformats.org/drawingml/2006/main" noGrp="1"/>
          </p:cNvSpPr>
          <p:nvPr/>
        </p:nvSpPr>
        <p:spPr>
          <a:xfrm xmlns:a="http://schemas.openxmlformats.org/drawingml/2006/main">
            <a:off x="8191500" y="328612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Tenable: security scan and findings.</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Monitoring: baseline and post-upgrade health.</a:t>
            </a:r>
          </a:p>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 ServiceNow: task updates, evidence and completion notice.</a:t>
            </a:r>
          </a:p>
        </p:txBody>
      </p:sp>
      <p:sp>
        <p:nvSpPr>
          <p:cNvPr id="28" name="">
            <a:extLst xmlns:a="http://schemas.openxmlformats.org/drawingml/2006/main">
              <a:ext uri="{FF2B5EF4-FFF2-40B4-BE49-F238E27FC236}">
                <a16:creationId xmlns:a16="http://schemas.microsoft.com/office/drawing/2014/main" id="{16FD7007-B8CA-4106-9A02-F87054530D27}"/>
              </a:ext>
            </a:extLst>
          </p:cNvPr>
          <p:cNvSpPr>
            <a:spLocks xmlns:a="http://schemas.openxmlformats.org/drawingml/2006/main" noGrp="1"/>
          </p:cNvSpPr>
          <p:nvPr/>
        </p:nvSpPr>
        <p:spPr>
          <a:xfrm xmlns:a="http://schemas.openxmlformats.org/drawingml/2006/main">
            <a:off x="523875" y="5467350"/>
            <a:ext cx="11096625" cy="638175"/>
          </a:xfrm>
          <a:prstGeom xmlns:a="http://schemas.openxmlformats.org/drawingml/2006/main" prst="rect">
            <a:avLst/>
          </a:prstGeom>
          <a:solidFill xmlns:a="http://schemas.openxmlformats.org/drawingml/2006/main">
            <a:srgbClr val="EDF4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68009C6-F64B-4C0E-B81C-2201558B9805}"/>
              </a:ext>
            </a:extLst>
          </p:cNvPr>
          <p:cNvSpPr>
            <a:spLocks xmlns:a="http://schemas.openxmlformats.org/drawingml/2006/main" noGrp="1"/>
          </p:cNvSpPr>
          <p:nvPr/>
        </p:nvSpPr>
        <p:spPr>
          <a:xfrm xmlns:a="http://schemas.openxmlformats.org/drawingml/2006/main">
            <a:off x="666750" y="5581650"/>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307CC5"/>
                </a:solidFill>
                <a:latin typeface="Arial"/>
                <a:ea typeface="Arial"/>
                <a:cs typeface="Arial"/>
              </a:defRPr>
            </a:defPPr>
            <a:lvl1pPr>
              <a:defRPr sz="1350" b="1">
                <a:solidFill>
                  <a:srgbClr val="307CC5"/>
                </a:solidFill>
                <a:latin typeface="Arial"/>
                <a:ea typeface="Arial"/>
                <a:cs typeface="Arial"/>
              </a:defRPr>
            </a:lvl1pPr>
            <a:lvl2pPr>
              <a:defRPr sz="1350" b="1">
                <a:solidFill>
                  <a:srgbClr val="307CC5"/>
                </a:solidFill>
                <a:latin typeface="Arial"/>
                <a:ea typeface="Arial"/>
                <a:cs typeface="Arial"/>
              </a:defRPr>
            </a:lvl2pPr>
            <a:lvl3pPr>
              <a:defRPr sz="1350" b="1">
                <a:solidFill>
                  <a:srgbClr val="307CC5"/>
                </a:solidFill>
                <a:latin typeface="Arial"/>
                <a:ea typeface="Arial"/>
                <a:cs typeface="Arial"/>
              </a:defRPr>
            </a:lvl3pPr>
            <a:lvl4pPr>
              <a:defRPr sz="1350" b="1">
                <a:solidFill>
                  <a:srgbClr val="307CC5"/>
                </a:solidFill>
                <a:latin typeface="Arial"/>
                <a:ea typeface="Arial"/>
                <a:cs typeface="Arial"/>
              </a:defRPr>
            </a:lvl4pPr>
            <a:lvl5pPr>
              <a:defRPr sz="1350" b="1">
                <a:solidFill>
                  <a:srgbClr val="307CC5"/>
                </a:solidFill>
                <a:latin typeface="Arial"/>
                <a:ea typeface="Arial"/>
                <a:cs typeface="Arial"/>
              </a:defRPr>
            </a:lvl5pPr>
            <a:lvl6pPr>
              <a:defRPr sz="1350" b="1">
                <a:solidFill>
                  <a:srgbClr val="307CC5"/>
                </a:solidFill>
                <a:latin typeface="Arial"/>
                <a:ea typeface="Arial"/>
                <a:cs typeface="Arial"/>
              </a:defRPr>
            </a:lvl6pPr>
            <a:lvl7pPr>
              <a:defRPr sz="1350" b="1">
                <a:solidFill>
                  <a:srgbClr val="307CC5"/>
                </a:solidFill>
                <a:latin typeface="Arial"/>
                <a:ea typeface="Arial"/>
                <a:cs typeface="Arial"/>
              </a:defRPr>
            </a:lvl7pPr>
            <a:lvl8pPr>
              <a:defRPr sz="1350" b="1">
                <a:solidFill>
                  <a:srgbClr val="307CC5"/>
                </a:solidFill>
                <a:latin typeface="Arial"/>
                <a:ea typeface="Arial"/>
                <a:cs typeface="Arial"/>
              </a:defRPr>
            </a:lvl8pPr>
            <a:lvl9pPr>
              <a:defRPr sz="1350" b="1">
                <a:solidFill>
                  <a:srgbClr val="307CC5"/>
                </a:solidFill>
                <a:latin typeface="Arial"/>
                <a:ea typeface="Arial"/>
                <a:cs typeface="Arial"/>
              </a:defRPr>
            </a:lvl9pPr>
          </a:lstStyle>
          <a:p xmlns:a="http://schemas.openxmlformats.org/drawingml/2006/main">
            <a:pPr>
              <a:defRPr sz="1350" b="1">
                <a:solidFill>
                  <a:srgbClr val="307CC5"/>
                </a:solidFill>
                <a:latin typeface="Arial"/>
                <a:ea typeface="Arial"/>
                <a:cs typeface="Arial"/>
              </a:defRPr>
            </a:pPr>
            <a:r>
              <a:rPr sz="1350" b="1">
                <a:solidFill>
                  <a:srgbClr val="307CC5"/>
                </a:solidFill>
                <a:latin typeface="Arial"/>
                <a:ea typeface="Arial"/>
                <a:cs typeface="Arial"/>
              </a:rPr>
              <a:t>Scope decision</a:t>
            </a:r>
          </a:p>
        </p:txBody>
      </p:sp>
      <p:sp>
        <p:nvSpPr>
          <p:cNvPr id="30" name="">
            <a:extLst xmlns:a="http://schemas.openxmlformats.org/drawingml/2006/main">
              <a:ext uri="{FF2B5EF4-FFF2-40B4-BE49-F238E27FC236}">
                <a16:creationId xmlns:a16="http://schemas.microsoft.com/office/drawing/2014/main" id="{DE5D0FAB-B795-4E9B-9E2D-92E25EE776CE}"/>
              </a:ext>
            </a:extLst>
          </p:cNvPr>
          <p:cNvSpPr>
            <a:spLocks xmlns:a="http://schemas.openxmlformats.org/drawingml/2006/main" noGrp="1"/>
          </p:cNvSpPr>
          <p:nvPr/>
        </p:nvSpPr>
        <p:spPr>
          <a:xfrm xmlns:a="http://schemas.openxmlformats.org/drawingml/2006/main">
            <a:off x="2428875" y="5572125"/>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454955"/>
                </a:solidFill>
                <a:latin typeface="Arial"/>
                <a:ea typeface="Arial"/>
                <a:cs typeface="Arial"/>
              </a:defRPr>
            </a:defPPr>
            <a:lvl1pPr>
              <a:defRPr sz="1350" b="0">
                <a:solidFill>
                  <a:srgbClr val="454955"/>
                </a:solidFill>
                <a:latin typeface="Arial"/>
                <a:ea typeface="Arial"/>
                <a:cs typeface="Arial"/>
              </a:defRPr>
            </a:lvl1pPr>
            <a:lvl2pPr>
              <a:defRPr sz="1350" b="0">
                <a:solidFill>
                  <a:srgbClr val="454955"/>
                </a:solidFill>
                <a:latin typeface="Arial"/>
                <a:ea typeface="Arial"/>
                <a:cs typeface="Arial"/>
              </a:defRPr>
            </a:lvl2pPr>
            <a:lvl3pPr>
              <a:defRPr sz="1350" b="0">
                <a:solidFill>
                  <a:srgbClr val="454955"/>
                </a:solidFill>
                <a:latin typeface="Arial"/>
                <a:ea typeface="Arial"/>
                <a:cs typeface="Arial"/>
              </a:defRPr>
            </a:lvl3pPr>
            <a:lvl4pPr>
              <a:defRPr sz="1350" b="0">
                <a:solidFill>
                  <a:srgbClr val="454955"/>
                </a:solidFill>
                <a:latin typeface="Arial"/>
                <a:ea typeface="Arial"/>
                <a:cs typeface="Arial"/>
              </a:defRPr>
            </a:lvl4pPr>
            <a:lvl5pPr>
              <a:defRPr sz="1350" b="0">
                <a:solidFill>
                  <a:srgbClr val="454955"/>
                </a:solidFill>
                <a:latin typeface="Arial"/>
                <a:ea typeface="Arial"/>
                <a:cs typeface="Arial"/>
              </a:defRPr>
            </a:lvl5pPr>
            <a:lvl6pPr>
              <a:defRPr sz="1350" b="0">
                <a:solidFill>
                  <a:srgbClr val="454955"/>
                </a:solidFill>
                <a:latin typeface="Arial"/>
                <a:ea typeface="Arial"/>
                <a:cs typeface="Arial"/>
              </a:defRPr>
            </a:lvl6pPr>
            <a:lvl7pPr>
              <a:defRPr sz="1350" b="0">
                <a:solidFill>
                  <a:srgbClr val="454955"/>
                </a:solidFill>
                <a:latin typeface="Arial"/>
                <a:ea typeface="Arial"/>
                <a:cs typeface="Arial"/>
              </a:defRPr>
            </a:lvl7pPr>
            <a:lvl8pPr>
              <a:defRPr sz="1350" b="0">
                <a:solidFill>
                  <a:srgbClr val="454955"/>
                </a:solidFill>
                <a:latin typeface="Arial"/>
                <a:ea typeface="Arial"/>
                <a:cs typeface="Arial"/>
              </a:defRPr>
            </a:lvl8pPr>
            <a:lvl9pPr>
              <a:defRPr sz="1350" b="0">
                <a:solidFill>
                  <a:srgbClr val="454955"/>
                </a:solidFill>
                <a:latin typeface="Arial"/>
                <a:ea typeface="Arial"/>
                <a:cs typeface="Arial"/>
              </a:defRPr>
            </a:lvl9pPr>
          </a:lstStyle>
          <a:p xmlns:a="http://schemas.openxmlformats.org/drawingml/2006/main">
            <a:pPr>
              <a:defRPr sz="1350" b="0">
                <a:solidFill>
                  <a:srgbClr val="454955"/>
                </a:solidFill>
                <a:latin typeface="Arial"/>
                <a:ea typeface="Arial"/>
                <a:cs typeface="Arial"/>
              </a:defRPr>
            </a:pPr>
            <a:r>
              <a:rPr sz="1350" b="0">
                <a:solidFill>
                  <a:srgbClr val="454955"/>
                </a:solidFill>
                <a:latin typeface="Arial"/>
                <a:ea typeface="Arial"/>
                <a:cs typeface="Arial"/>
              </a:rPr>
              <a:t>Terraform and Infoblox support provisioning in the reference sequence. Use only for approved rebuild or IP/DNS exceptions.</a:t>
            </a:r>
          </a:p>
        </p:txBody>
      </p:sp>
    </p:spTree>
    <p:extLst>
      <p:ext uri="{BB962C8B-B14F-4D97-AF65-F5344CB8AC3E}">
        <p14:creationId xmlns:p14="http://schemas.microsoft.com/office/powerpoint/2010/main" val="19566153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 name="">
            <a:extLst xmlns:a="http://schemas.openxmlformats.org/drawingml/2006/main">
              <a:ext uri="{FF2B5EF4-FFF2-40B4-BE49-F238E27FC236}">
                <a16:creationId xmlns:a16="http://schemas.microsoft.com/office/drawing/2014/main" id="{BB62257C-F02D-4CE2-A510-31A323FD7124}"/>
              </a:ext>
            </a:extLst>
          </p:cNvPr>
          <p:cNvSpPr>
            <a:spLocks xmlns:a="http://schemas.openxmlformats.org/drawingml/2006/main" noGrp="1"/>
          </p:cNvSpPr>
          <p:nvPr/>
        </p:nvSpPr>
        <p:spPr>
          <a:xfrm xmlns:a="http://schemas.openxmlformats.org/drawingml/2006/main">
            <a:off x="0" y="0"/>
            <a:ext cx="12192000" cy="66675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CDA0ED-B639-4C58-90B6-46729CD39EB5}"/>
              </a:ext>
            </a:extLst>
          </p:cNvPr>
          <p:cNvSpPr>
            <a:spLocks xmlns:a="http://schemas.openxmlformats.org/drawingml/2006/main" noGrp="1"/>
          </p:cNvSpPr>
          <p:nvPr/>
        </p:nvSpPr>
        <p:spPr>
          <a:xfrm xmlns:a="http://schemas.openxmlformats.org/drawingml/2006/main">
            <a:off x="400050" y="171450"/>
            <a:ext cx="1138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Conceptual Solution Architecture</a:t>
            </a:r>
          </a:p>
        </p:txBody>
      </p:sp>
      <p:sp>
        <p:nvSpPr>
          <p:cNvPr id="3" name="">
            <a:extLst xmlns:a="http://schemas.openxmlformats.org/drawingml/2006/main">
              <a:ext uri="{FF2B5EF4-FFF2-40B4-BE49-F238E27FC236}">
                <a16:creationId xmlns:a16="http://schemas.microsoft.com/office/drawing/2014/main" id="{35BD6AE8-C3EF-43AD-B8C2-F039849278B9}"/>
              </a:ext>
            </a:extLst>
          </p:cNvPr>
          <p:cNvSpPr>
            <a:spLocks xmlns:a="http://schemas.openxmlformats.org/drawingml/2006/main" noGrp="1"/>
          </p:cNvSpPr>
          <p:nvPr/>
        </p:nvSpPr>
        <p:spPr>
          <a:xfrm xmlns:a="http://schemas.openxmlformats.org/drawingml/2006/main">
            <a:off x="428625" y="6496050"/>
            <a:ext cx="285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68CA3EEE-AB6D-427C-AA3E-8443936A511D}"/>
              </a:ext>
            </a:extLst>
          </p:cNvPr>
          <p:cNvSpPr>
            <a:spLocks xmlns:a="http://schemas.openxmlformats.org/drawingml/2006/main" noGrp="1"/>
          </p:cNvSpPr>
          <p:nvPr/>
        </p:nvSpPr>
        <p:spPr>
          <a:xfrm xmlns:a="http://schemas.openxmlformats.org/drawingml/2006/main">
            <a:off x="1019175" y="6496050"/>
            <a:ext cx="57150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0">
                <a:solidFill>
                  <a:srgbClr val="070442"/>
                </a:solidFill>
                <a:latin typeface="Arial"/>
                <a:ea typeface="Arial"/>
                <a:cs typeface="Arial"/>
              </a:defRPr>
            </a:defPPr>
            <a:lvl1pPr>
              <a:defRPr sz="750" b="0">
                <a:solidFill>
                  <a:srgbClr val="070442"/>
                </a:solidFill>
                <a:latin typeface="Arial"/>
                <a:ea typeface="Arial"/>
                <a:cs typeface="Arial"/>
              </a:defRPr>
            </a:lvl1pPr>
            <a:lvl2pPr>
              <a:defRPr sz="750" b="0">
                <a:solidFill>
                  <a:srgbClr val="070442"/>
                </a:solidFill>
                <a:latin typeface="Arial"/>
                <a:ea typeface="Arial"/>
                <a:cs typeface="Arial"/>
              </a:defRPr>
            </a:lvl2pPr>
            <a:lvl3pPr>
              <a:defRPr sz="750" b="0">
                <a:solidFill>
                  <a:srgbClr val="070442"/>
                </a:solidFill>
                <a:latin typeface="Arial"/>
                <a:ea typeface="Arial"/>
                <a:cs typeface="Arial"/>
              </a:defRPr>
            </a:lvl3pPr>
            <a:lvl4pPr>
              <a:defRPr sz="750" b="0">
                <a:solidFill>
                  <a:srgbClr val="070442"/>
                </a:solidFill>
                <a:latin typeface="Arial"/>
                <a:ea typeface="Arial"/>
                <a:cs typeface="Arial"/>
              </a:defRPr>
            </a:lvl4pPr>
            <a:lvl5pPr>
              <a:defRPr sz="750" b="0">
                <a:solidFill>
                  <a:srgbClr val="070442"/>
                </a:solidFill>
                <a:latin typeface="Arial"/>
                <a:ea typeface="Arial"/>
                <a:cs typeface="Arial"/>
              </a:defRPr>
            </a:lvl5pPr>
            <a:lvl6pPr>
              <a:defRPr sz="750" b="0">
                <a:solidFill>
                  <a:srgbClr val="070442"/>
                </a:solidFill>
                <a:latin typeface="Arial"/>
                <a:ea typeface="Arial"/>
                <a:cs typeface="Arial"/>
              </a:defRPr>
            </a:lvl6pPr>
            <a:lvl7pPr>
              <a:defRPr sz="750" b="0">
                <a:solidFill>
                  <a:srgbClr val="070442"/>
                </a:solidFill>
                <a:latin typeface="Arial"/>
                <a:ea typeface="Arial"/>
                <a:cs typeface="Arial"/>
              </a:defRPr>
            </a:lvl7pPr>
            <a:lvl8pPr>
              <a:defRPr sz="750" b="0">
                <a:solidFill>
                  <a:srgbClr val="070442"/>
                </a:solidFill>
                <a:latin typeface="Arial"/>
                <a:ea typeface="Arial"/>
                <a:cs typeface="Arial"/>
              </a:defRPr>
            </a:lvl8pPr>
            <a:lvl9pPr>
              <a:defRPr sz="750" b="0">
                <a:solidFill>
                  <a:srgbClr val="070442"/>
                </a:solidFill>
                <a:latin typeface="Arial"/>
                <a:ea typeface="Arial"/>
                <a:cs typeface="Arial"/>
              </a:defRPr>
            </a:lvl9pPr>
          </a:lstStyle>
          <a:p xmlns:a="http://schemas.openxmlformats.org/drawingml/2006/main">
            <a:pPr>
              <a:defRPr sz="750" b="0">
                <a:solidFill>
                  <a:srgbClr val="070442"/>
                </a:solidFill>
                <a:latin typeface="Arial"/>
                <a:ea typeface="Arial"/>
                <a:cs typeface="Arial"/>
              </a:defRPr>
            </a:pPr>
            <a:r>
              <a:rPr sz="750" b="0">
                <a:solidFill>
                  <a:srgbClr val="070442"/>
                </a:solidFill>
                <a:latin typeface="Arial"/>
                <a:ea typeface="Arial"/>
                <a:cs typeface="Arial"/>
              </a:rPr>
              <a:t>© 2026 Cognizant  |  Confidential &amp; Proprietary</a:t>
            </a:r>
          </a:p>
        </p:txBody>
      </p:sp>
      <p:pic>
        <p:nvPicPr>
          <p:cNvPr id="5" name="">
            <a:extLst xmlns:a="http://schemas.openxmlformats.org/drawingml/2006/main">
              <a:ext uri="{FF2B5EF4-FFF2-40B4-BE49-F238E27FC236}">
                <a16:creationId xmlns:a16="http://schemas.microsoft.com/office/drawing/2014/main" id="{DC2FE15E-B02A-4EFF-893E-DA4333BCCC96}"/>
              </a:ext>
            </a:extLst>
          </p:cNvPr>
          <p:cNvPicPr>
            <a:picLocks xmlns:a="http://schemas.openxmlformats.org/drawingml/2006/main" noChangeAspect="1"/>
          </p:cNvPicPr>
          <p:nvPr/>
        </p:nvPicPr>
        <p:blipFill>
          <a:blip xmlns:r="http://schemas.openxmlformats.org/officeDocument/2006/relationships" xmlns:a="http://schemas.openxmlformats.org/drawingml/2006/main" r:embed="Rd0b6657af2774e77"/>
          <a:stretch xmlns:a="http://schemas.openxmlformats.org/drawingml/2006/main"/>
        </p:blipFill>
        <p:spPr>
          <a:xfrm xmlns:a="http://schemas.openxmlformats.org/drawingml/2006/main">
            <a:off x="10294528" y="6334125"/>
            <a:ext cx="1461319" cy="39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B34D2D8-8245-47F0-B10A-ACD42ED0D045}"/>
              </a:ext>
            </a:extLst>
          </p:cNvPr>
          <p:cNvSpPr>
            <a:spLocks xmlns:a="http://schemas.openxmlformats.org/drawingml/2006/main" noGrp="1"/>
          </p:cNvSpPr>
          <p:nvPr/>
        </p:nvSpPr>
        <p:spPr>
          <a:xfrm xmlns:a="http://schemas.openxmlformats.org/drawingml/2006/main">
            <a:off x="9525000" y="438150"/>
            <a:ext cx="2333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50" b="1">
                <a:solidFill>
                  <a:srgbClr val="112E51"/>
                </a:solidFill>
                <a:latin typeface="Arial"/>
                <a:ea typeface="Arial"/>
                <a:cs typeface="Arial"/>
              </a:defRPr>
            </a:defPPr>
            <a:lvl1pPr>
              <a:defRPr sz="750" b="1">
                <a:solidFill>
                  <a:srgbClr val="112E51"/>
                </a:solidFill>
                <a:latin typeface="Arial"/>
                <a:ea typeface="Arial"/>
                <a:cs typeface="Arial"/>
              </a:defRPr>
            </a:lvl1pPr>
            <a:lvl2pPr>
              <a:defRPr sz="750" b="1">
                <a:solidFill>
                  <a:srgbClr val="112E51"/>
                </a:solidFill>
                <a:latin typeface="Arial"/>
                <a:ea typeface="Arial"/>
                <a:cs typeface="Arial"/>
              </a:defRPr>
            </a:lvl2pPr>
            <a:lvl3pPr>
              <a:defRPr sz="750" b="1">
                <a:solidFill>
                  <a:srgbClr val="112E51"/>
                </a:solidFill>
                <a:latin typeface="Arial"/>
                <a:ea typeface="Arial"/>
                <a:cs typeface="Arial"/>
              </a:defRPr>
            </a:lvl3pPr>
            <a:lvl4pPr>
              <a:defRPr sz="750" b="1">
                <a:solidFill>
                  <a:srgbClr val="112E51"/>
                </a:solidFill>
                <a:latin typeface="Arial"/>
                <a:ea typeface="Arial"/>
                <a:cs typeface="Arial"/>
              </a:defRPr>
            </a:lvl4pPr>
            <a:lvl5pPr>
              <a:defRPr sz="750" b="1">
                <a:solidFill>
                  <a:srgbClr val="112E51"/>
                </a:solidFill>
                <a:latin typeface="Arial"/>
                <a:ea typeface="Arial"/>
                <a:cs typeface="Arial"/>
              </a:defRPr>
            </a:lvl5pPr>
            <a:lvl6pPr>
              <a:defRPr sz="750" b="1">
                <a:solidFill>
                  <a:srgbClr val="112E51"/>
                </a:solidFill>
                <a:latin typeface="Arial"/>
                <a:ea typeface="Arial"/>
                <a:cs typeface="Arial"/>
              </a:defRPr>
            </a:lvl6pPr>
            <a:lvl7pPr>
              <a:defRPr sz="750" b="1">
                <a:solidFill>
                  <a:srgbClr val="112E51"/>
                </a:solidFill>
                <a:latin typeface="Arial"/>
                <a:ea typeface="Arial"/>
                <a:cs typeface="Arial"/>
              </a:defRPr>
            </a:lvl7pPr>
            <a:lvl8pPr>
              <a:defRPr sz="750" b="1">
                <a:solidFill>
                  <a:srgbClr val="112E51"/>
                </a:solidFill>
                <a:latin typeface="Arial"/>
                <a:ea typeface="Arial"/>
                <a:cs typeface="Arial"/>
              </a:defRPr>
            </a:lvl8pPr>
            <a:lvl9pPr>
              <a:defRPr sz="750" b="1">
                <a:solidFill>
                  <a:srgbClr val="112E51"/>
                </a:solidFill>
                <a:latin typeface="Arial"/>
                <a:ea typeface="Arial"/>
                <a:cs typeface="Arial"/>
              </a:defRPr>
            </a:lvl9pPr>
          </a:lstStyle>
          <a:p xmlns:a="http://schemas.openxmlformats.org/drawingml/2006/main">
            <a:pPr>
              <a:defRPr sz="750" b="1">
                <a:solidFill>
                  <a:srgbClr val="112E51"/>
                </a:solidFill>
                <a:latin typeface="Arial"/>
                <a:ea typeface="Arial"/>
                <a:cs typeface="Arial"/>
              </a:defRPr>
            </a:pPr>
            <a:r>
              <a:rPr sz="750" b="1">
                <a:solidFill>
                  <a:srgbClr val="112E51"/>
                </a:solidFill>
                <a:latin typeface="Arial"/>
                <a:ea typeface="Arial"/>
                <a:cs typeface="Arial"/>
              </a:rPr>
              <a:t>PROPOSED SOLUTION  /  HIGH LEVEL</a:t>
            </a:r>
          </a:p>
        </p:txBody>
      </p:sp>
      <p:sp>
        <p:nvSpPr>
          <p:cNvPr id="7" name="">
            <a:extLst xmlns:a="http://schemas.openxmlformats.org/drawingml/2006/main">
              <a:ext uri="{FF2B5EF4-FFF2-40B4-BE49-F238E27FC236}">
                <a16:creationId xmlns:a16="http://schemas.microsoft.com/office/drawing/2014/main" id="{31CED881-6B21-4D3B-8FD3-26DD54E100CA}"/>
              </a:ext>
            </a:extLst>
          </p:cNvPr>
          <p:cNvSpPr>
            <a:spLocks xmlns:a="http://schemas.openxmlformats.org/drawingml/2006/main" noGrp="1"/>
          </p:cNvSpPr>
          <p:nvPr/>
        </p:nvSpPr>
        <p:spPr>
          <a:xfrm xmlns:a="http://schemas.openxmlformats.org/drawingml/2006/main">
            <a:off x="238125" y="828675"/>
            <a:ext cx="11715750" cy="5067300"/>
          </a:xfrm>
          <a:prstGeom xmlns:a="http://schemas.openxmlformats.org/drawingml/2006/main" prst="roundRect">
            <a:avLst>
              <a:gd name="adj" fmla="val 1504"/>
            </a:avLst>
          </a:prstGeom>
          <a:solidFill xmlns:a="http://schemas.openxmlformats.org/drawingml/2006/main">
            <a:srgbClr val="FFFFFF"/>
          </a:solidFill>
          <a:ln xmlns:a="http://schemas.openxmlformats.org/drawingml/2006/main" w="9525">
            <a:solidFill>
              <a:srgbClr val="D8E4F2"/>
            </a:solidFill>
          </a:ln>
        </p:spPr>
      </p:sp>
      <p:sp>
        <p:nvSpPr>
          <p:cNvPr id="8" name="">
            <a:extLst xmlns:a="http://schemas.openxmlformats.org/drawingml/2006/main">
              <a:ext uri="{FF2B5EF4-FFF2-40B4-BE49-F238E27FC236}">
                <a16:creationId xmlns:a16="http://schemas.microsoft.com/office/drawing/2014/main" id="{4FDE494D-AE1F-4690-AA52-B8CD3C87C69C}"/>
              </a:ext>
            </a:extLst>
          </p:cNvPr>
          <p:cNvSpPr>
            <a:spLocks xmlns:a="http://schemas.openxmlformats.org/drawingml/2006/main" noGrp="1"/>
          </p:cNvSpPr>
          <p:nvPr/>
        </p:nvSpPr>
        <p:spPr>
          <a:xfrm xmlns:a="http://schemas.openxmlformats.org/drawingml/2006/main">
            <a:off x="523875" y="1190625"/>
            <a:ext cx="1905000" cy="1933575"/>
          </a:xfrm>
          <a:prstGeom xmlns:a="http://schemas.openxmlformats.org/drawingml/2006/main" prst="roundRect">
            <a:avLst>
              <a:gd name="adj" fmla="val 4000"/>
            </a:avLst>
          </a:prstGeom>
          <a:solidFill xmlns:a="http://schemas.openxmlformats.org/drawingml/2006/main">
            <a:srgbClr val="EAF3FD"/>
          </a:solidFill>
          <a:ln xmlns:a="http://schemas.openxmlformats.org/drawingml/2006/main" w="9525">
            <a:solidFill>
              <a:srgbClr val="9CC7FF"/>
            </a:solidFill>
          </a:ln>
        </p:spPr>
      </p:sp>
      <p:sp>
        <p:nvSpPr>
          <p:cNvPr id="9" name="">
            <a:extLst xmlns:a="http://schemas.openxmlformats.org/drawingml/2006/main">
              <a:ext uri="{FF2B5EF4-FFF2-40B4-BE49-F238E27FC236}">
                <a16:creationId xmlns:a16="http://schemas.microsoft.com/office/drawing/2014/main" id="{FFD24733-A346-41FD-BDB0-66DF9687ABB5}"/>
              </a:ext>
            </a:extLst>
          </p:cNvPr>
          <p:cNvSpPr>
            <a:spLocks xmlns:a="http://schemas.openxmlformats.org/drawingml/2006/main" noGrp="1"/>
          </p:cNvSpPr>
          <p:nvPr/>
        </p:nvSpPr>
        <p:spPr>
          <a:xfrm xmlns:a="http://schemas.openxmlformats.org/drawingml/2006/main">
            <a:off x="619125" y="1390650"/>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050" b="1">
                <a:solidFill>
                  <a:srgbClr val="307CC5"/>
                </a:solidFill>
                <a:latin typeface="Arial"/>
                <a:ea typeface="Arial"/>
                <a:cs typeface="Arial"/>
              </a:defRPr>
            </a:defPPr>
            <a:lvl1pPr algn="ctr">
              <a:defRPr sz="1050" b="1">
                <a:solidFill>
                  <a:srgbClr val="307CC5"/>
                </a:solidFill>
                <a:latin typeface="Arial"/>
                <a:ea typeface="Arial"/>
                <a:cs typeface="Arial"/>
              </a:defRPr>
            </a:lvl1pPr>
            <a:lvl2pPr algn="ctr">
              <a:defRPr sz="1050" b="1">
                <a:solidFill>
                  <a:srgbClr val="307CC5"/>
                </a:solidFill>
                <a:latin typeface="Arial"/>
                <a:ea typeface="Arial"/>
                <a:cs typeface="Arial"/>
              </a:defRPr>
            </a:lvl2pPr>
            <a:lvl3pPr algn="ctr">
              <a:defRPr sz="1050" b="1">
                <a:solidFill>
                  <a:srgbClr val="307CC5"/>
                </a:solidFill>
                <a:latin typeface="Arial"/>
                <a:ea typeface="Arial"/>
                <a:cs typeface="Arial"/>
              </a:defRPr>
            </a:lvl3pPr>
            <a:lvl4pPr algn="ctr">
              <a:defRPr sz="1050" b="1">
                <a:solidFill>
                  <a:srgbClr val="307CC5"/>
                </a:solidFill>
                <a:latin typeface="Arial"/>
                <a:ea typeface="Arial"/>
                <a:cs typeface="Arial"/>
              </a:defRPr>
            </a:lvl4pPr>
            <a:lvl5pPr algn="ctr">
              <a:defRPr sz="1050" b="1">
                <a:solidFill>
                  <a:srgbClr val="307CC5"/>
                </a:solidFill>
                <a:latin typeface="Arial"/>
                <a:ea typeface="Arial"/>
                <a:cs typeface="Arial"/>
              </a:defRPr>
            </a:lvl5pPr>
            <a:lvl6pPr algn="ctr">
              <a:defRPr sz="1050" b="1">
                <a:solidFill>
                  <a:srgbClr val="307CC5"/>
                </a:solidFill>
                <a:latin typeface="Arial"/>
                <a:ea typeface="Arial"/>
                <a:cs typeface="Arial"/>
              </a:defRPr>
            </a:lvl6pPr>
            <a:lvl7pPr algn="ctr">
              <a:defRPr sz="1050" b="1">
                <a:solidFill>
                  <a:srgbClr val="307CC5"/>
                </a:solidFill>
                <a:latin typeface="Arial"/>
                <a:ea typeface="Arial"/>
                <a:cs typeface="Arial"/>
              </a:defRPr>
            </a:lvl7pPr>
            <a:lvl8pPr algn="ctr">
              <a:defRPr sz="1050" b="1">
                <a:solidFill>
                  <a:srgbClr val="307CC5"/>
                </a:solidFill>
                <a:latin typeface="Arial"/>
                <a:ea typeface="Arial"/>
                <a:cs typeface="Arial"/>
              </a:defRPr>
            </a:lvl8pPr>
            <a:lvl9pPr algn="ctr">
              <a:defRPr sz="1050" b="1">
                <a:solidFill>
                  <a:srgbClr val="307CC5"/>
                </a:solidFill>
                <a:latin typeface="Arial"/>
                <a:ea typeface="Arial"/>
                <a:cs typeface="Arial"/>
              </a:defRPr>
            </a:lvl9pPr>
          </a:lstStyle>
          <a:p xmlns:a="http://schemas.openxmlformats.org/drawingml/2006/main">
            <a:pPr algn="ctr">
              <a:defRPr sz="1050" b="1">
                <a:solidFill>
                  <a:srgbClr val="307CC5"/>
                </a:solidFill>
                <a:latin typeface="Arial"/>
                <a:ea typeface="Arial"/>
                <a:cs typeface="Arial"/>
              </a:defRPr>
            </a:pPr>
            <a:r>
              <a:rPr sz="1050" b="1">
                <a:solidFill>
                  <a:srgbClr val="307CC5"/>
                </a:solidFill>
                <a:latin typeface="Arial"/>
                <a:ea typeface="Arial"/>
                <a:cs typeface="Arial"/>
              </a:rPr>
              <a:t>CONSUMERS</a:t>
            </a:r>
          </a:p>
        </p:txBody>
      </p:sp>
      <p:sp>
        <p:nvSpPr>
          <p:cNvPr id="10" name="">
            <a:extLst xmlns:a="http://schemas.openxmlformats.org/drawingml/2006/main">
              <a:ext uri="{FF2B5EF4-FFF2-40B4-BE49-F238E27FC236}">
                <a16:creationId xmlns:a16="http://schemas.microsoft.com/office/drawing/2014/main" id="{207085F4-4B04-434A-B36F-485236668840}"/>
              </a:ext>
            </a:extLst>
          </p:cNvPr>
          <p:cNvSpPr>
            <a:spLocks xmlns:a="http://schemas.openxmlformats.org/drawingml/2006/main" noGrp="1"/>
          </p:cNvSpPr>
          <p:nvPr/>
        </p:nvSpPr>
        <p:spPr>
          <a:xfrm xmlns:a="http://schemas.openxmlformats.org/drawingml/2006/main">
            <a:off x="723900" y="1657350"/>
            <a:ext cx="15049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BED3EC"/>
            </a:solidFill>
          </a:ln>
        </p:spPr>
      </p:sp>
      <p:sp>
        <p:nvSpPr>
          <p:cNvPr id="11" name="">
            <a:extLst xmlns:a="http://schemas.openxmlformats.org/drawingml/2006/main">
              <a:ext uri="{FF2B5EF4-FFF2-40B4-BE49-F238E27FC236}">
                <a16:creationId xmlns:a16="http://schemas.microsoft.com/office/drawing/2014/main" id="{6AE13462-3CEF-463A-AEC2-6F8DEDB92FB0}"/>
              </a:ext>
            </a:extLst>
          </p:cNvPr>
          <p:cNvSpPr>
            <a:spLocks xmlns:a="http://schemas.openxmlformats.org/drawingml/2006/main" noGrp="1"/>
          </p:cNvSpPr>
          <p:nvPr/>
        </p:nvSpPr>
        <p:spPr>
          <a:xfrm xmlns:a="http://schemas.openxmlformats.org/drawingml/2006/main">
            <a:off x="781050" y="173355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IT Operations</a:t>
            </a:r>
          </a:p>
        </p:txBody>
      </p:sp>
      <p:sp>
        <p:nvSpPr>
          <p:cNvPr id="12" name="">
            <a:extLst xmlns:a="http://schemas.openxmlformats.org/drawingml/2006/main">
              <a:ext uri="{FF2B5EF4-FFF2-40B4-BE49-F238E27FC236}">
                <a16:creationId xmlns:a16="http://schemas.microsoft.com/office/drawing/2014/main" id="{25154BC8-8EC5-4642-86A5-5BDC4B71BEB0}"/>
              </a:ext>
            </a:extLst>
          </p:cNvPr>
          <p:cNvSpPr>
            <a:spLocks xmlns:a="http://schemas.openxmlformats.org/drawingml/2006/main" noGrp="1"/>
          </p:cNvSpPr>
          <p:nvPr/>
        </p:nvSpPr>
        <p:spPr>
          <a:xfrm xmlns:a="http://schemas.openxmlformats.org/drawingml/2006/main">
            <a:off x="723900" y="1981200"/>
            <a:ext cx="15049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BED3EC"/>
            </a:solidFill>
          </a:ln>
        </p:spPr>
      </p:sp>
      <p:sp>
        <p:nvSpPr>
          <p:cNvPr id="13" name="">
            <a:extLst xmlns:a="http://schemas.openxmlformats.org/drawingml/2006/main">
              <a:ext uri="{FF2B5EF4-FFF2-40B4-BE49-F238E27FC236}">
                <a16:creationId xmlns:a16="http://schemas.microsoft.com/office/drawing/2014/main" id="{BB06DAF0-4385-4E71-B7A9-BE1781E1DFBC}"/>
              </a:ext>
            </a:extLst>
          </p:cNvPr>
          <p:cNvSpPr>
            <a:spLocks xmlns:a="http://schemas.openxmlformats.org/drawingml/2006/main" noGrp="1"/>
          </p:cNvSpPr>
          <p:nvPr/>
        </p:nvSpPr>
        <p:spPr>
          <a:xfrm xmlns:a="http://schemas.openxmlformats.org/drawingml/2006/main">
            <a:off x="781050" y="20574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Service Desk</a:t>
            </a:r>
          </a:p>
        </p:txBody>
      </p:sp>
      <p:sp>
        <p:nvSpPr>
          <p:cNvPr id="14" name="">
            <a:extLst xmlns:a="http://schemas.openxmlformats.org/drawingml/2006/main">
              <a:ext uri="{FF2B5EF4-FFF2-40B4-BE49-F238E27FC236}">
                <a16:creationId xmlns:a16="http://schemas.microsoft.com/office/drawing/2014/main" id="{1FBCD3F8-1B3F-4B89-8F9F-C619EA2F1CAA}"/>
              </a:ext>
            </a:extLst>
          </p:cNvPr>
          <p:cNvSpPr>
            <a:spLocks xmlns:a="http://schemas.openxmlformats.org/drawingml/2006/main" noGrp="1"/>
          </p:cNvSpPr>
          <p:nvPr/>
        </p:nvSpPr>
        <p:spPr>
          <a:xfrm xmlns:a="http://schemas.openxmlformats.org/drawingml/2006/main">
            <a:off x="723900" y="2305050"/>
            <a:ext cx="15049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BED3EC"/>
            </a:solidFill>
          </a:ln>
        </p:spPr>
      </p:sp>
      <p:sp>
        <p:nvSpPr>
          <p:cNvPr id="15" name="">
            <a:extLst xmlns:a="http://schemas.openxmlformats.org/drawingml/2006/main">
              <a:ext uri="{FF2B5EF4-FFF2-40B4-BE49-F238E27FC236}">
                <a16:creationId xmlns:a16="http://schemas.microsoft.com/office/drawing/2014/main" id="{5E8E9653-884A-4CA6-9389-2B4FA0A9C55C}"/>
              </a:ext>
            </a:extLst>
          </p:cNvPr>
          <p:cNvSpPr>
            <a:spLocks xmlns:a="http://schemas.openxmlformats.org/drawingml/2006/main" noGrp="1"/>
          </p:cNvSpPr>
          <p:nvPr/>
        </p:nvSpPr>
        <p:spPr>
          <a:xfrm xmlns:a="http://schemas.openxmlformats.org/drawingml/2006/main">
            <a:off x="781050" y="238125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Application Owners</a:t>
            </a:r>
          </a:p>
        </p:txBody>
      </p:sp>
      <p:sp>
        <p:nvSpPr>
          <p:cNvPr id="16" name="">
            <a:extLst xmlns:a="http://schemas.openxmlformats.org/drawingml/2006/main">
              <a:ext uri="{FF2B5EF4-FFF2-40B4-BE49-F238E27FC236}">
                <a16:creationId xmlns:a16="http://schemas.microsoft.com/office/drawing/2014/main" id="{28FABCAE-2407-48D1-A884-C984AD0B0A10}"/>
              </a:ext>
            </a:extLst>
          </p:cNvPr>
          <p:cNvSpPr>
            <a:spLocks xmlns:a="http://schemas.openxmlformats.org/drawingml/2006/main" noGrp="1"/>
          </p:cNvSpPr>
          <p:nvPr/>
        </p:nvSpPr>
        <p:spPr>
          <a:xfrm xmlns:a="http://schemas.openxmlformats.org/drawingml/2006/main">
            <a:off x="723900" y="2628900"/>
            <a:ext cx="15049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BED3EC"/>
            </a:solidFill>
          </a:ln>
        </p:spPr>
      </p:sp>
      <p:sp>
        <p:nvSpPr>
          <p:cNvPr id="17" name="">
            <a:extLst xmlns:a="http://schemas.openxmlformats.org/drawingml/2006/main">
              <a:ext uri="{FF2B5EF4-FFF2-40B4-BE49-F238E27FC236}">
                <a16:creationId xmlns:a16="http://schemas.microsoft.com/office/drawing/2014/main" id="{FC10612E-8C33-4211-AD34-81F3F5EF5BAC}"/>
              </a:ext>
            </a:extLst>
          </p:cNvPr>
          <p:cNvSpPr>
            <a:spLocks xmlns:a="http://schemas.openxmlformats.org/drawingml/2006/main" noGrp="1"/>
          </p:cNvSpPr>
          <p:nvPr/>
        </p:nvSpPr>
        <p:spPr>
          <a:xfrm xmlns:a="http://schemas.openxmlformats.org/drawingml/2006/main">
            <a:off x="781050" y="2705100"/>
            <a:ext cx="1390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Delivery Teams</a:t>
            </a:r>
          </a:p>
        </p:txBody>
      </p:sp>
      <p:sp>
        <p:nvSpPr>
          <p:cNvPr id="18" name="">
            <a:extLst xmlns:a="http://schemas.openxmlformats.org/drawingml/2006/main">
              <a:ext uri="{FF2B5EF4-FFF2-40B4-BE49-F238E27FC236}">
                <a16:creationId xmlns:a16="http://schemas.microsoft.com/office/drawing/2014/main" id="{1F4ECECB-0594-46C4-9788-56950A028531}"/>
              </a:ext>
            </a:extLst>
          </p:cNvPr>
          <p:cNvSpPr>
            <a:spLocks xmlns:a="http://schemas.openxmlformats.org/drawingml/2006/main" noGrp="1"/>
          </p:cNvSpPr>
          <p:nvPr/>
        </p:nvSpPr>
        <p:spPr>
          <a:xfrm xmlns:a="http://schemas.openxmlformats.org/drawingml/2006/main">
            <a:off x="514350" y="3276600"/>
            <a:ext cx="194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0">
                <a:solidFill>
                  <a:srgbClr val="718299"/>
                </a:solidFill>
                <a:latin typeface="Arial"/>
                <a:ea typeface="Arial"/>
                <a:cs typeface="Arial"/>
              </a:defRPr>
            </a:defPPr>
            <a:lvl1pPr algn="ctr">
              <a:defRPr sz="900" b="0">
                <a:solidFill>
                  <a:srgbClr val="718299"/>
                </a:solidFill>
                <a:latin typeface="Arial"/>
                <a:ea typeface="Arial"/>
                <a:cs typeface="Arial"/>
              </a:defRPr>
            </a:lvl1pPr>
            <a:lvl2pPr algn="ctr">
              <a:defRPr sz="900" b="0">
                <a:solidFill>
                  <a:srgbClr val="718299"/>
                </a:solidFill>
                <a:latin typeface="Arial"/>
                <a:ea typeface="Arial"/>
                <a:cs typeface="Arial"/>
              </a:defRPr>
            </a:lvl2pPr>
            <a:lvl3pPr algn="ctr">
              <a:defRPr sz="900" b="0">
                <a:solidFill>
                  <a:srgbClr val="718299"/>
                </a:solidFill>
                <a:latin typeface="Arial"/>
                <a:ea typeface="Arial"/>
                <a:cs typeface="Arial"/>
              </a:defRPr>
            </a:lvl3pPr>
            <a:lvl4pPr algn="ctr">
              <a:defRPr sz="900" b="0">
                <a:solidFill>
                  <a:srgbClr val="718299"/>
                </a:solidFill>
                <a:latin typeface="Arial"/>
                <a:ea typeface="Arial"/>
                <a:cs typeface="Arial"/>
              </a:defRPr>
            </a:lvl4pPr>
            <a:lvl5pPr algn="ctr">
              <a:defRPr sz="900" b="0">
                <a:solidFill>
                  <a:srgbClr val="718299"/>
                </a:solidFill>
                <a:latin typeface="Arial"/>
                <a:ea typeface="Arial"/>
                <a:cs typeface="Arial"/>
              </a:defRPr>
            </a:lvl5pPr>
            <a:lvl6pPr algn="ctr">
              <a:defRPr sz="900" b="0">
                <a:solidFill>
                  <a:srgbClr val="718299"/>
                </a:solidFill>
                <a:latin typeface="Arial"/>
                <a:ea typeface="Arial"/>
                <a:cs typeface="Arial"/>
              </a:defRPr>
            </a:lvl6pPr>
            <a:lvl7pPr algn="ctr">
              <a:defRPr sz="900" b="0">
                <a:solidFill>
                  <a:srgbClr val="718299"/>
                </a:solidFill>
                <a:latin typeface="Arial"/>
                <a:ea typeface="Arial"/>
                <a:cs typeface="Arial"/>
              </a:defRPr>
            </a:lvl7pPr>
            <a:lvl8pPr algn="ctr">
              <a:defRPr sz="900" b="0">
                <a:solidFill>
                  <a:srgbClr val="718299"/>
                </a:solidFill>
                <a:latin typeface="Arial"/>
                <a:ea typeface="Arial"/>
                <a:cs typeface="Arial"/>
              </a:defRPr>
            </a:lvl8pPr>
            <a:lvl9pPr algn="ctr">
              <a:defRPr sz="900" b="0">
                <a:solidFill>
                  <a:srgbClr val="718299"/>
                </a:solidFill>
                <a:latin typeface="Arial"/>
                <a:ea typeface="Arial"/>
                <a:cs typeface="Arial"/>
              </a:defRPr>
            </a:lvl9pPr>
          </a:lstStyle>
          <a:p xmlns:a="http://schemas.openxmlformats.org/drawingml/2006/main">
            <a:pPr algn="ctr">
              <a:defRPr sz="900" b="0">
                <a:solidFill>
                  <a:srgbClr val="718299"/>
                </a:solidFill>
                <a:latin typeface="Arial"/>
                <a:ea typeface="Arial"/>
                <a:cs typeface="Arial"/>
              </a:defRPr>
            </a:pPr>
            <a:r>
              <a:rPr sz="900" b="0">
                <a:solidFill>
                  <a:srgbClr val="718299"/>
                </a:solidFill>
                <a:latin typeface="Arial"/>
                <a:ea typeface="Arial"/>
                <a:cs typeface="Arial"/>
              </a:rPr>
              <a:t>Request, approval and visibility</a:t>
            </a:r>
          </a:p>
        </p:txBody>
      </p:sp>
      <p:sp>
        <p:nvSpPr>
          <p:cNvPr id="19" name="">
            <a:extLst xmlns:a="http://schemas.openxmlformats.org/drawingml/2006/main">
              <a:ext uri="{FF2B5EF4-FFF2-40B4-BE49-F238E27FC236}">
                <a16:creationId xmlns:a16="http://schemas.microsoft.com/office/drawing/2014/main" id="{75F35F02-E99C-4354-B696-8AD4FCB7F7D8}"/>
              </a:ext>
            </a:extLst>
          </p:cNvPr>
          <p:cNvSpPr>
            <a:spLocks xmlns:a="http://schemas.openxmlformats.org/drawingml/2006/main" noGrp="1"/>
          </p:cNvSpPr>
          <p:nvPr/>
        </p:nvSpPr>
        <p:spPr>
          <a:xfrm xmlns:a="http://schemas.openxmlformats.org/drawingml/2006/main">
            <a:off x="2819400" y="1104900"/>
            <a:ext cx="2143125" cy="2124075"/>
          </a:xfrm>
          <a:prstGeom xmlns:a="http://schemas.openxmlformats.org/drawingml/2006/main" prst="roundRect">
            <a:avLst>
              <a:gd name="adj" fmla="val 3587"/>
            </a:avLst>
          </a:prstGeom>
          <a:solidFill xmlns:a="http://schemas.openxmlformats.org/drawingml/2006/main">
            <a:srgbClr val="112E51"/>
          </a:solidFill>
          <a:ln xmlns:a="http://schemas.openxmlformats.org/drawingml/2006/main" w="9525">
            <a:solidFill>
              <a:srgbClr val="112E51"/>
            </a:solidFill>
          </a:ln>
        </p:spPr>
      </p:sp>
      <p:sp>
        <p:nvSpPr>
          <p:cNvPr id="20" name="">
            <a:extLst xmlns:a="http://schemas.openxmlformats.org/drawingml/2006/main">
              <a:ext uri="{FF2B5EF4-FFF2-40B4-BE49-F238E27FC236}">
                <a16:creationId xmlns:a16="http://schemas.microsoft.com/office/drawing/2014/main" id="{884B9D44-ED3D-4B35-AFA1-511C3C625C32}"/>
              </a:ext>
            </a:extLst>
          </p:cNvPr>
          <p:cNvSpPr>
            <a:spLocks xmlns:a="http://schemas.openxmlformats.org/drawingml/2006/main" noGrp="1"/>
          </p:cNvSpPr>
          <p:nvPr/>
        </p:nvSpPr>
        <p:spPr>
          <a:xfrm xmlns:a="http://schemas.openxmlformats.org/drawingml/2006/main">
            <a:off x="2933700" y="1323975"/>
            <a:ext cx="1914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B8CFE7"/>
                </a:solidFill>
                <a:latin typeface="Arial"/>
                <a:ea typeface="Arial"/>
                <a:cs typeface="Arial"/>
              </a:defRPr>
            </a:defPPr>
            <a:lvl1pPr algn="ctr">
              <a:defRPr sz="975" b="1">
                <a:solidFill>
                  <a:srgbClr val="B8CFE7"/>
                </a:solidFill>
                <a:latin typeface="Arial"/>
                <a:ea typeface="Arial"/>
                <a:cs typeface="Arial"/>
              </a:defRPr>
            </a:lvl1pPr>
            <a:lvl2pPr algn="ctr">
              <a:defRPr sz="975" b="1">
                <a:solidFill>
                  <a:srgbClr val="B8CFE7"/>
                </a:solidFill>
                <a:latin typeface="Arial"/>
                <a:ea typeface="Arial"/>
                <a:cs typeface="Arial"/>
              </a:defRPr>
            </a:lvl2pPr>
            <a:lvl3pPr algn="ctr">
              <a:defRPr sz="975" b="1">
                <a:solidFill>
                  <a:srgbClr val="B8CFE7"/>
                </a:solidFill>
                <a:latin typeface="Arial"/>
                <a:ea typeface="Arial"/>
                <a:cs typeface="Arial"/>
              </a:defRPr>
            </a:lvl3pPr>
            <a:lvl4pPr algn="ctr">
              <a:defRPr sz="975" b="1">
                <a:solidFill>
                  <a:srgbClr val="B8CFE7"/>
                </a:solidFill>
                <a:latin typeface="Arial"/>
                <a:ea typeface="Arial"/>
                <a:cs typeface="Arial"/>
              </a:defRPr>
            </a:lvl4pPr>
            <a:lvl5pPr algn="ctr">
              <a:defRPr sz="975" b="1">
                <a:solidFill>
                  <a:srgbClr val="B8CFE7"/>
                </a:solidFill>
                <a:latin typeface="Arial"/>
                <a:ea typeface="Arial"/>
                <a:cs typeface="Arial"/>
              </a:defRPr>
            </a:lvl5pPr>
            <a:lvl6pPr algn="ctr">
              <a:defRPr sz="975" b="1">
                <a:solidFill>
                  <a:srgbClr val="B8CFE7"/>
                </a:solidFill>
                <a:latin typeface="Arial"/>
                <a:ea typeface="Arial"/>
                <a:cs typeface="Arial"/>
              </a:defRPr>
            </a:lvl6pPr>
            <a:lvl7pPr algn="ctr">
              <a:defRPr sz="975" b="1">
                <a:solidFill>
                  <a:srgbClr val="B8CFE7"/>
                </a:solidFill>
                <a:latin typeface="Arial"/>
                <a:ea typeface="Arial"/>
                <a:cs typeface="Arial"/>
              </a:defRPr>
            </a:lvl7pPr>
            <a:lvl8pPr algn="ctr">
              <a:defRPr sz="975" b="1">
                <a:solidFill>
                  <a:srgbClr val="B8CFE7"/>
                </a:solidFill>
                <a:latin typeface="Arial"/>
                <a:ea typeface="Arial"/>
                <a:cs typeface="Arial"/>
              </a:defRPr>
            </a:lvl8pPr>
            <a:lvl9pPr algn="ctr">
              <a:defRPr sz="975" b="1">
                <a:solidFill>
                  <a:srgbClr val="B8CFE7"/>
                </a:solidFill>
                <a:latin typeface="Arial"/>
                <a:ea typeface="Arial"/>
                <a:cs typeface="Arial"/>
              </a:defRPr>
            </a:lvl9pPr>
          </a:lstStyle>
          <a:p xmlns:a="http://schemas.openxmlformats.org/drawingml/2006/main">
            <a:pPr algn="ctr">
              <a:defRPr sz="975" b="1">
                <a:solidFill>
                  <a:srgbClr val="B8CFE7"/>
                </a:solidFill>
                <a:latin typeface="Arial"/>
                <a:ea typeface="Arial"/>
                <a:cs typeface="Arial"/>
              </a:defRPr>
            </a:pPr>
            <a:r>
              <a:rPr sz="975" b="1">
                <a:solidFill>
                  <a:srgbClr val="B8CFE7"/>
                </a:solidFill>
                <a:latin typeface="Arial"/>
                <a:ea typeface="Arial"/>
                <a:cs typeface="Arial"/>
              </a:rPr>
              <a:t>EXPERIENCE LAYER</a:t>
            </a:r>
          </a:p>
        </p:txBody>
      </p:sp>
      <p:sp>
        <p:nvSpPr>
          <p:cNvPr id="21" name="">
            <a:extLst xmlns:a="http://schemas.openxmlformats.org/drawingml/2006/main">
              <a:ext uri="{FF2B5EF4-FFF2-40B4-BE49-F238E27FC236}">
                <a16:creationId xmlns:a16="http://schemas.microsoft.com/office/drawing/2014/main" id="{7C82DAAB-1167-4190-9F80-4F722B22A305}"/>
              </a:ext>
            </a:extLst>
          </p:cNvPr>
          <p:cNvSpPr>
            <a:spLocks xmlns:a="http://schemas.openxmlformats.org/drawingml/2006/main" noGrp="1"/>
          </p:cNvSpPr>
          <p:nvPr/>
        </p:nvSpPr>
        <p:spPr>
          <a:xfrm xmlns:a="http://schemas.openxmlformats.org/drawingml/2006/main">
            <a:off x="2943225" y="1676400"/>
            <a:ext cx="1895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ServiceNow /</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Operations Portal</a:t>
            </a:r>
          </a:p>
        </p:txBody>
      </p:sp>
      <p:sp>
        <p:nvSpPr>
          <p:cNvPr id="22" name="">
            <a:extLst xmlns:a="http://schemas.openxmlformats.org/drawingml/2006/main">
              <a:ext uri="{FF2B5EF4-FFF2-40B4-BE49-F238E27FC236}">
                <a16:creationId xmlns:a16="http://schemas.microsoft.com/office/drawing/2014/main" id="{96F3A74D-A156-4371-A3C6-6C84C64BA7FE}"/>
              </a:ext>
            </a:extLst>
          </p:cNvPr>
          <p:cNvSpPr>
            <a:spLocks xmlns:a="http://schemas.openxmlformats.org/drawingml/2006/main" noGrp="1"/>
          </p:cNvSpPr>
          <p:nvPr/>
        </p:nvSpPr>
        <p:spPr>
          <a:xfrm xmlns:a="http://schemas.openxmlformats.org/drawingml/2006/main">
            <a:off x="3181350" y="2286000"/>
            <a:ext cx="1428750" cy="228600"/>
          </a:xfrm>
          <a:prstGeom xmlns:a="http://schemas.openxmlformats.org/drawingml/2006/main" prst="roundRect">
            <a:avLst>
              <a:gd name="adj" fmla="val 33333"/>
            </a:avLst>
          </a:prstGeom>
          <a:solidFill xmlns:a="http://schemas.openxmlformats.org/drawingml/2006/main">
            <a:srgbClr val="284E74"/>
          </a:solidFill>
          <a:ln xmlns:a="http://schemas.openxmlformats.org/drawingml/2006/main" w="9525">
            <a:solidFill>
              <a:srgbClr val="53799B"/>
            </a:solidFill>
          </a:ln>
        </p:spPr>
      </p:sp>
      <p:sp>
        <p:nvSpPr>
          <p:cNvPr id="23" name="">
            <a:extLst xmlns:a="http://schemas.openxmlformats.org/drawingml/2006/main">
              <a:ext uri="{FF2B5EF4-FFF2-40B4-BE49-F238E27FC236}">
                <a16:creationId xmlns:a16="http://schemas.microsoft.com/office/drawing/2014/main" id="{2FAA38FB-B953-477C-9374-010D3FB1AE7C}"/>
              </a:ext>
            </a:extLst>
          </p:cNvPr>
          <p:cNvSpPr>
            <a:spLocks xmlns:a="http://schemas.openxmlformats.org/drawingml/2006/main" noGrp="1"/>
          </p:cNvSpPr>
          <p:nvPr/>
        </p:nvSpPr>
        <p:spPr>
          <a:xfrm xmlns:a="http://schemas.openxmlformats.org/drawingml/2006/main">
            <a:off x="3238500" y="2362200"/>
            <a:ext cx="13144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Request &amp; approve</a:t>
            </a:r>
          </a:p>
        </p:txBody>
      </p:sp>
      <p:sp>
        <p:nvSpPr>
          <p:cNvPr id="24" name="">
            <a:extLst xmlns:a="http://schemas.openxmlformats.org/drawingml/2006/main">
              <a:ext uri="{FF2B5EF4-FFF2-40B4-BE49-F238E27FC236}">
                <a16:creationId xmlns:a16="http://schemas.microsoft.com/office/drawing/2014/main" id="{3B7EE054-5158-4AB6-A6D9-242187F5B21B}"/>
              </a:ext>
            </a:extLst>
          </p:cNvPr>
          <p:cNvSpPr>
            <a:spLocks xmlns:a="http://schemas.openxmlformats.org/drawingml/2006/main" noGrp="1"/>
          </p:cNvSpPr>
          <p:nvPr/>
        </p:nvSpPr>
        <p:spPr>
          <a:xfrm xmlns:a="http://schemas.openxmlformats.org/drawingml/2006/main">
            <a:off x="3181350" y="2552700"/>
            <a:ext cx="1428750" cy="228600"/>
          </a:xfrm>
          <a:prstGeom xmlns:a="http://schemas.openxmlformats.org/drawingml/2006/main" prst="roundRect">
            <a:avLst>
              <a:gd name="adj" fmla="val 33333"/>
            </a:avLst>
          </a:prstGeom>
          <a:solidFill xmlns:a="http://schemas.openxmlformats.org/drawingml/2006/main">
            <a:srgbClr val="284E74"/>
          </a:solidFill>
          <a:ln xmlns:a="http://schemas.openxmlformats.org/drawingml/2006/main" w="9525">
            <a:solidFill>
              <a:srgbClr val="53799B"/>
            </a:solidFill>
          </a:ln>
        </p:spPr>
      </p:sp>
      <p:sp>
        <p:nvSpPr>
          <p:cNvPr id="25" name="">
            <a:extLst xmlns:a="http://schemas.openxmlformats.org/drawingml/2006/main">
              <a:ext uri="{FF2B5EF4-FFF2-40B4-BE49-F238E27FC236}">
                <a16:creationId xmlns:a16="http://schemas.microsoft.com/office/drawing/2014/main" id="{A3AB59FE-1CB3-42BD-9F19-543DA70E695E}"/>
              </a:ext>
            </a:extLst>
          </p:cNvPr>
          <p:cNvSpPr>
            <a:spLocks xmlns:a="http://schemas.openxmlformats.org/drawingml/2006/main" noGrp="1"/>
          </p:cNvSpPr>
          <p:nvPr/>
        </p:nvSpPr>
        <p:spPr>
          <a:xfrm xmlns:a="http://schemas.openxmlformats.org/drawingml/2006/main">
            <a:off x="3238500" y="2628900"/>
            <a:ext cx="13144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Track upgrade progress</a:t>
            </a:r>
          </a:p>
        </p:txBody>
      </p:sp>
      <p:sp>
        <p:nvSpPr>
          <p:cNvPr id="26" name="">
            <a:extLst xmlns:a="http://schemas.openxmlformats.org/drawingml/2006/main">
              <a:ext uri="{FF2B5EF4-FFF2-40B4-BE49-F238E27FC236}">
                <a16:creationId xmlns:a16="http://schemas.microsoft.com/office/drawing/2014/main" id="{6729547A-0BE4-40B4-828E-4FBE63A4D70F}"/>
              </a:ext>
            </a:extLst>
          </p:cNvPr>
          <p:cNvSpPr>
            <a:spLocks xmlns:a="http://schemas.openxmlformats.org/drawingml/2006/main" noGrp="1"/>
          </p:cNvSpPr>
          <p:nvPr/>
        </p:nvSpPr>
        <p:spPr>
          <a:xfrm xmlns:a="http://schemas.openxmlformats.org/drawingml/2006/main">
            <a:off x="3181350" y="2819400"/>
            <a:ext cx="1428750" cy="228600"/>
          </a:xfrm>
          <a:prstGeom xmlns:a="http://schemas.openxmlformats.org/drawingml/2006/main" prst="roundRect">
            <a:avLst>
              <a:gd name="adj" fmla="val 33333"/>
            </a:avLst>
          </a:prstGeom>
          <a:solidFill xmlns:a="http://schemas.openxmlformats.org/drawingml/2006/main">
            <a:srgbClr val="284E74"/>
          </a:solidFill>
          <a:ln xmlns:a="http://schemas.openxmlformats.org/drawingml/2006/main" w="9525">
            <a:solidFill>
              <a:srgbClr val="53799B"/>
            </a:solidFill>
          </a:ln>
        </p:spPr>
      </p:sp>
      <p:sp>
        <p:nvSpPr>
          <p:cNvPr id="27" name="">
            <a:extLst xmlns:a="http://schemas.openxmlformats.org/drawingml/2006/main">
              <a:ext uri="{FF2B5EF4-FFF2-40B4-BE49-F238E27FC236}">
                <a16:creationId xmlns:a16="http://schemas.microsoft.com/office/drawing/2014/main" id="{97D6B303-19A5-42AB-BAD9-7DB8CFE2A0AB}"/>
              </a:ext>
            </a:extLst>
          </p:cNvPr>
          <p:cNvSpPr>
            <a:spLocks xmlns:a="http://schemas.openxmlformats.org/drawingml/2006/main" noGrp="1"/>
          </p:cNvSpPr>
          <p:nvPr/>
        </p:nvSpPr>
        <p:spPr>
          <a:xfrm xmlns:a="http://schemas.openxmlformats.org/drawingml/2006/main">
            <a:off x="3238500" y="2895600"/>
            <a:ext cx="13144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Review results</a:t>
            </a:r>
          </a:p>
        </p:txBody>
      </p:sp>
      <p:sp>
        <p:nvSpPr>
          <p:cNvPr id="28" name="">
            <a:extLst xmlns:a="http://schemas.openxmlformats.org/drawingml/2006/main">
              <a:ext uri="{FF2B5EF4-FFF2-40B4-BE49-F238E27FC236}">
                <a16:creationId xmlns:a16="http://schemas.microsoft.com/office/drawing/2014/main" id="{903B180C-6A23-402C-87E2-8AD305136F29}"/>
              </a:ext>
            </a:extLst>
          </p:cNvPr>
          <p:cNvSpPr>
            <a:spLocks xmlns:a="http://schemas.openxmlformats.org/drawingml/2006/main" noGrp="1"/>
          </p:cNvSpPr>
          <p:nvPr/>
        </p:nvSpPr>
        <p:spPr>
          <a:xfrm xmlns:a="http://schemas.openxmlformats.org/drawingml/2006/main">
            <a:off x="5410200" y="1009650"/>
            <a:ext cx="3381375" cy="2324100"/>
          </a:xfrm>
          <a:prstGeom xmlns:a="http://schemas.openxmlformats.org/drawingml/2006/main" prst="roundRect">
            <a:avLst>
              <a:gd name="adj" fmla="val 3279"/>
            </a:avLst>
          </a:prstGeom>
          <a:solidFill xmlns:a="http://schemas.openxmlformats.org/drawingml/2006/main">
            <a:srgbClr val="F0F6FC"/>
          </a:solidFill>
          <a:ln xmlns:a="http://schemas.openxmlformats.org/drawingml/2006/main" w="9525">
            <a:solidFill>
              <a:srgbClr val="7DAFE8"/>
            </a:solidFill>
          </a:ln>
        </p:spPr>
      </p:sp>
      <p:sp>
        <p:nvSpPr>
          <p:cNvPr id="29" name="">
            <a:extLst xmlns:a="http://schemas.openxmlformats.org/drawingml/2006/main">
              <a:ext uri="{FF2B5EF4-FFF2-40B4-BE49-F238E27FC236}">
                <a16:creationId xmlns:a16="http://schemas.microsoft.com/office/drawing/2014/main" id="{3588C940-2ACD-490D-97CE-626937A61CB2}"/>
              </a:ext>
            </a:extLst>
          </p:cNvPr>
          <p:cNvSpPr>
            <a:spLocks xmlns:a="http://schemas.openxmlformats.org/drawingml/2006/main" noGrp="1"/>
          </p:cNvSpPr>
          <p:nvPr/>
        </p:nvSpPr>
        <p:spPr>
          <a:xfrm xmlns:a="http://schemas.openxmlformats.org/drawingml/2006/main">
            <a:off x="5524500" y="1247775"/>
            <a:ext cx="3152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050" b="1">
                <a:solidFill>
                  <a:srgbClr val="307CC5"/>
                </a:solidFill>
                <a:latin typeface="Arial"/>
                <a:ea typeface="Arial"/>
                <a:cs typeface="Arial"/>
              </a:defRPr>
            </a:defPPr>
            <a:lvl1pPr algn="ctr">
              <a:defRPr sz="1050" b="1">
                <a:solidFill>
                  <a:srgbClr val="307CC5"/>
                </a:solidFill>
                <a:latin typeface="Arial"/>
                <a:ea typeface="Arial"/>
                <a:cs typeface="Arial"/>
              </a:defRPr>
            </a:lvl1pPr>
            <a:lvl2pPr algn="ctr">
              <a:defRPr sz="1050" b="1">
                <a:solidFill>
                  <a:srgbClr val="307CC5"/>
                </a:solidFill>
                <a:latin typeface="Arial"/>
                <a:ea typeface="Arial"/>
                <a:cs typeface="Arial"/>
              </a:defRPr>
            </a:lvl2pPr>
            <a:lvl3pPr algn="ctr">
              <a:defRPr sz="1050" b="1">
                <a:solidFill>
                  <a:srgbClr val="307CC5"/>
                </a:solidFill>
                <a:latin typeface="Arial"/>
                <a:ea typeface="Arial"/>
                <a:cs typeface="Arial"/>
              </a:defRPr>
            </a:lvl3pPr>
            <a:lvl4pPr algn="ctr">
              <a:defRPr sz="1050" b="1">
                <a:solidFill>
                  <a:srgbClr val="307CC5"/>
                </a:solidFill>
                <a:latin typeface="Arial"/>
                <a:ea typeface="Arial"/>
                <a:cs typeface="Arial"/>
              </a:defRPr>
            </a:lvl4pPr>
            <a:lvl5pPr algn="ctr">
              <a:defRPr sz="1050" b="1">
                <a:solidFill>
                  <a:srgbClr val="307CC5"/>
                </a:solidFill>
                <a:latin typeface="Arial"/>
                <a:ea typeface="Arial"/>
                <a:cs typeface="Arial"/>
              </a:defRPr>
            </a:lvl5pPr>
            <a:lvl6pPr algn="ctr">
              <a:defRPr sz="1050" b="1">
                <a:solidFill>
                  <a:srgbClr val="307CC5"/>
                </a:solidFill>
                <a:latin typeface="Arial"/>
                <a:ea typeface="Arial"/>
                <a:cs typeface="Arial"/>
              </a:defRPr>
            </a:lvl6pPr>
            <a:lvl7pPr algn="ctr">
              <a:defRPr sz="1050" b="1">
                <a:solidFill>
                  <a:srgbClr val="307CC5"/>
                </a:solidFill>
                <a:latin typeface="Arial"/>
                <a:ea typeface="Arial"/>
                <a:cs typeface="Arial"/>
              </a:defRPr>
            </a:lvl7pPr>
            <a:lvl8pPr algn="ctr">
              <a:defRPr sz="1050" b="1">
                <a:solidFill>
                  <a:srgbClr val="307CC5"/>
                </a:solidFill>
                <a:latin typeface="Arial"/>
                <a:ea typeface="Arial"/>
                <a:cs typeface="Arial"/>
              </a:defRPr>
            </a:lvl8pPr>
            <a:lvl9pPr algn="ctr">
              <a:defRPr sz="1050" b="1">
                <a:solidFill>
                  <a:srgbClr val="307CC5"/>
                </a:solidFill>
                <a:latin typeface="Arial"/>
                <a:ea typeface="Arial"/>
                <a:cs typeface="Arial"/>
              </a:defRPr>
            </a:lvl9pPr>
          </a:lstStyle>
          <a:p xmlns:a="http://schemas.openxmlformats.org/drawingml/2006/main">
            <a:pPr algn="ctr">
              <a:defRPr sz="1050" b="1">
                <a:solidFill>
                  <a:srgbClr val="307CC5"/>
                </a:solidFill>
                <a:latin typeface="Arial"/>
                <a:ea typeface="Arial"/>
                <a:cs typeface="Arial"/>
              </a:defRPr>
            </a:pPr>
            <a:r>
              <a:rPr sz="1050" b="1">
                <a:solidFill>
                  <a:srgbClr val="307CC5"/>
                </a:solidFill>
                <a:latin typeface="Arial"/>
                <a:ea typeface="Arial"/>
                <a:cs typeface="Arial"/>
              </a:rPr>
              <a:t>INTELLIGENCE &amp; ORCHESTRATION</a:t>
            </a:r>
          </a:p>
        </p:txBody>
      </p:sp>
      <p:sp>
        <p:nvSpPr>
          <p:cNvPr id="30" name="">
            <a:extLst xmlns:a="http://schemas.openxmlformats.org/drawingml/2006/main">
              <a:ext uri="{FF2B5EF4-FFF2-40B4-BE49-F238E27FC236}">
                <a16:creationId xmlns:a16="http://schemas.microsoft.com/office/drawing/2014/main" id="{779C7C4F-4C6E-4CF6-A9D7-204D30FF7637}"/>
              </a:ext>
            </a:extLst>
          </p:cNvPr>
          <p:cNvSpPr>
            <a:spLocks xmlns:a="http://schemas.openxmlformats.org/drawingml/2006/main" noGrp="1"/>
          </p:cNvSpPr>
          <p:nvPr/>
        </p:nvSpPr>
        <p:spPr>
          <a:xfrm xmlns:a="http://schemas.openxmlformats.org/drawingml/2006/main">
            <a:off x="5524500" y="1533525"/>
            <a:ext cx="3152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650" b="1">
                <a:solidFill>
                  <a:srgbClr val="112E51"/>
                </a:solidFill>
                <a:latin typeface="Arial"/>
                <a:ea typeface="Arial"/>
                <a:cs typeface="Arial"/>
              </a:defRPr>
            </a:defPPr>
            <a:lvl1pPr algn="ctr">
              <a:defRPr sz="1650" b="1">
                <a:solidFill>
                  <a:srgbClr val="112E51"/>
                </a:solidFill>
                <a:latin typeface="Arial"/>
                <a:ea typeface="Arial"/>
                <a:cs typeface="Arial"/>
              </a:defRPr>
            </a:lvl1pPr>
            <a:lvl2pPr algn="ctr">
              <a:defRPr sz="1650" b="1">
                <a:solidFill>
                  <a:srgbClr val="112E51"/>
                </a:solidFill>
                <a:latin typeface="Arial"/>
                <a:ea typeface="Arial"/>
                <a:cs typeface="Arial"/>
              </a:defRPr>
            </a:lvl2pPr>
            <a:lvl3pPr algn="ctr">
              <a:defRPr sz="1650" b="1">
                <a:solidFill>
                  <a:srgbClr val="112E51"/>
                </a:solidFill>
                <a:latin typeface="Arial"/>
                <a:ea typeface="Arial"/>
                <a:cs typeface="Arial"/>
              </a:defRPr>
            </a:lvl3pPr>
            <a:lvl4pPr algn="ctr">
              <a:defRPr sz="1650" b="1">
                <a:solidFill>
                  <a:srgbClr val="112E51"/>
                </a:solidFill>
                <a:latin typeface="Arial"/>
                <a:ea typeface="Arial"/>
                <a:cs typeface="Arial"/>
              </a:defRPr>
            </a:lvl4pPr>
            <a:lvl5pPr algn="ctr">
              <a:defRPr sz="1650" b="1">
                <a:solidFill>
                  <a:srgbClr val="112E51"/>
                </a:solidFill>
                <a:latin typeface="Arial"/>
                <a:ea typeface="Arial"/>
                <a:cs typeface="Arial"/>
              </a:defRPr>
            </a:lvl5pPr>
            <a:lvl6pPr algn="ctr">
              <a:defRPr sz="1650" b="1">
                <a:solidFill>
                  <a:srgbClr val="112E51"/>
                </a:solidFill>
                <a:latin typeface="Arial"/>
                <a:ea typeface="Arial"/>
                <a:cs typeface="Arial"/>
              </a:defRPr>
            </a:lvl6pPr>
            <a:lvl7pPr algn="ctr">
              <a:defRPr sz="1650" b="1">
                <a:solidFill>
                  <a:srgbClr val="112E51"/>
                </a:solidFill>
                <a:latin typeface="Arial"/>
                <a:ea typeface="Arial"/>
                <a:cs typeface="Arial"/>
              </a:defRPr>
            </a:lvl7pPr>
            <a:lvl8pPr algn="ctr">
              <a:defRPr sz="1650" b="1">
                <a:solidFill>
                  <a:srgbClr val="112E51"/>
                </a:solidFill>
                <a:latin typeface="Arial"/>
                <a:ea typeface="Arial"/>
                <a:cs typeface="Arial"/>
              </a:defRPr>
            </a:lvl8pPr>
            <a:lvl9pPr algn="ctr">
              <a:defRPr sz="1650" b="1">
                <a:solidFill>
                  <a:srgbClr val="112E51"/>
                </a:solidFill>
                <a:latin typeface="Arial"/>
                <a:ea typeface="Arial"/>
                <a:cs typeface="Arial"/>
              </a:defRPr>
            </a:lvl9pPr>
          </a:lstStyle>
          <a:p xmlns:a="http://schemas.openxmlformats.org/drawingml/2006/main">
            <a:pPr algn="ctr">
              <a:defRPr sz="1650" b="1">
                <a:solidFill>
                  <a:srgbClr val="112E51"/>
                </a:solidFill>
                <a:latin typeface="Arial"/>
                <a:ea typeface="Arial"/>
                <a:cs typeface="Arial"/>
              </a:defRPr>
            </a:pPr>
            <a:r>
              <a:rPr sz="1650" b="1">
                <a:solidFill>
                  <a:srgbClr val="112E51"/>
                </a:solidFill>
                <a:latin typeface="Arial"/>
                <a:ea typeface="Arial"/>
                <a:cs typeface="Arial"/>
              </a:rPr>
              <a:t>Jenkins + Ansible AAP</a:t>
            </a:r>
          </a:p>
        </p:txBody>
      </p:sp>
      <p:sp>
        <p:nvSpPr>
          <p:cNvPr id="31" name="">
            <a:extLst xmlns:a="http://schemas.openxmlformats.org/drawingml/2006/main">
              <a:ext uri="{FF2B5EF4-FFF2-40B4-BE49-F238E27FC236}">
                <a16:creationId xmlns:a16="http://schemas.microsoft.com/office/drawing/2014/main" id="{E7009B55-3948-4247-98BE-EE44C52E411B}"/>
              </a:ext>
            </a:extLst>
          </p:cNvPr>
          <p:cNvSpPr>
            <a:spLocks xmlns:a="http://schemas.openxmlformats.org/drawingml/2006/main" noGrp="1"/>
          </p:cNvSpPr>
          <p:nvPr/>
        </p:nvSpPr>
        <p:spPr>
          <a:xfrm xmlns:a="http://schemas.openxmlformats.org/drawingml/2006/main">
            <a:off x="5715000" y="2009775"/>
            <a:ext cx="13525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ED3EC"/>
            </a:solidFill>
          </a:ln>
        </p:spPr>
      </p:sp>
      <p:sp>
        <p:nvSpPr>
          <p:cNvPr id="32" name="">
            <a:extLst xmlns:a="http://schemas.openxmlformats.org/drawingml/2006/main">
              <a:ext uri="{FF2B5EF4-FFF2-40B4-BE49-F238E27FC236}">
                <a16:creationId xmlns:a16="http://schemas.microsoft.com/office/drawing/2014/main" id="{ED0DDB06-B3FB-4E0A-A6C1-F6F3FE0957DA}"/>
              </a:ext>
            </a:extLst>
          </p:cNvPr>
          <p:cNvSpPr>
            <a:spLocks xmlns:a="http://schemas.openxmlformats.org/drawingml/2006/main" noGrp="1"/>
          </p:cNvSpPr>
          <p:nvPr/>
        </p:nvSpPr>
        <p:spPr>
          <a:xfrm xmlns:a="http://schemas.openxmlformats.org/drawingml/2006/main">
            <a:off x="5715000" y="2009775"/>
            <a:ext cx="66675" cy="504825"/>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BF615BB-224C-4453-AD8D-0F15FF12B699}"/>
              </a:ext>
            </a:extLst>
          </p:cNvPr>
          <p:cNvSpPr>
            <a:spLocks xmlns:a="http://schemas.openxmlformats.org/drawingml/2006/main" noGrp="1"/>
          </p:cNvSpPr>
          <p:nvPr/>
        </p:nvSpPr>
        <p:spPr>
          <a:xfrm xmlns:a="http://schemas.openxmlformats.org/drawingml/2006/main">
            <a:off x="5838825" y="211455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Readiness &amp;</a:t>
            </a:r>
          </a:p>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compatibility</a:t>
            </a:r>
          </a:p>
        </p:txBody>
      </p:sp>
      <p:sp>
        <p:nvSpPr>
          <p:cNvPr id="34" name="">
            <a:extLst xmlns:a="http://schemas.openxmlformats.org/drawingml/2006/main">
              <a:ext uri="{FF2B5EF4-FFF2-40B4-BE49-F238E27FC236}">
                <a16:creationId xmlns:a16="http://schemas.microsoft.com/office/drawing/2014/main" id="{AEFC11E6-AAF7-4200-8039-044B41C54C89}"/>
              </a:ext>
            </a:extLst>
          </p:cNvPr>
          <p:cNvSpPr>
            <a:spLocks xmlns:a="http://schemas.openxmlformats.org/drawingml/2006/main" noGrp="1"/>
          </p:cNvSpPr>
          <p:nvPr/>
        </p:nvSpPr>
        <p:spPr>
          <a:xfrm xmlns:a="http://schemas.openxmlformats.org/drawingml/2006/main">
            <a:off x="7219950" y="2009775"/>
            <a:ext cx="13525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ED3EC"/>
            </a:solidFill>
          </a:ln>
        </p:spPr>
      </p:sp>
      <p:sp>
        <p:nvSpPr>
          <p:cNvPr id="35" name="">
            <a:extLst xmlns:a="http://schemas.openxmlformats.org/drawingml/2006/main">
              <a:ext uri="{FF2B5EF4-FFF2-40B4-BE49-F238E27FC236}">
                <a16:creationId xmlns:a16="http://schemas.microsoft.com/office/drawing/2014/main" id="{51DC7885-F5E1-4F3E-B903-5DCF4AB15F7C}"/>
              </a:ext>
            </a:extLst>
          </p:cNvPr>
          <p:cNvSpPr>
            <a:spLocks xmlns:a="http://schemas.openxmlformats.org/drawingml/2006/main" noGrp="1"/>
          </p:cNvSpPr>
          <p:nvPr/>
        </p:nvSpPr>
        <p:spPr>
          <a:xfrm xmlns:a="http://schemas.openxmlformats.org/drawingml/2006/main">
            <a:off x="7219950" y="2009775"/>
            <a:ext cx="66675" cy="504825"/>
          </a:xfrm>
          <a:prstGeom xmlns:a="http://schemas.openxmlformats.org/drawingml/2006/main" prst="rect">
            <a:avLst/>
          </a:prstGeom>
          <a:solidFill xmlns:a="http://schemas.openxmlformats.org/drawingml/2006/main">
            <a:srgbClr val="00A89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9A36462-B382-4BAC-A6C2-3204D7B625EB}"/>
              </a:ext>
            </a:extLst>
          </p:cNvPr>
          <p:cNvSpPr>
            <a:spLocks xmlns:a="http://schemas.openxmlformats.org/drawingml/2006/main" noGrp="1"/>
          </p:cNvSpPr>
          <p:nvPr/>
        </p:nvSpPr>
        <p:spPr>
          <a:xfrm xmlns:a="http://schemas.openxmlformats.org/drawingml/2006/main">
            <a:off x="7343775" y="211455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Context &amp;</a:t>
            </a:r>
          </a:p>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RING planning</a:t>
            </a:r>
          </a:p>
        </p:txBody>
      </p:sp>
      <p:sp>
        <p:nvSpPr>
          <p:cNvPr id="37" name="">
            <a:extLst xmlns:a="http://schemas.openxmlformats.org/drawingml/2006/main">
              <a:ext uri="{FF2B5EF4-FFF2-40B4-BE49-F238E27FC236}">
                <a16:creationId xmlns:a16="http://schemas.microsoft.com/office/drawing/2014/main" id="{E658C441-A3C7-4373-AE95-344EC483F28F}"/>
              </a:ext>
            </a:extLst>
          </p:cNvPr>
          <p:cNvSpPr>
            <a:spLocks xmlns:a="http://schemas.openxmlformats.org/drawingml/2006/main" noGrp="1"/>
          </p:cNvSpPr>
          <p:nvPr/>
        </p:nvSpPr>
        <p:spPr>
          <a:xfrm xmlns:a="http://schemas.openxmlformats.org/drawingml/2006/main">
            <a:off x="5715000" y="2638425"/>
            <a:ext cx="13525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ED3EC"/>
            </a:solidFill>
          </a:ln>
        </p:spPr>
      </p:sp>
      <p:sp>
        <p:nvSpPr>
          <p:cNvPr id="38" name="">
            <a:extLst xmlns:a="http://schemas.openxmlformats.org/drawingml/2006/main">
              <a:ext uri="{FF2B5EF4-FFF2-40B4-BE49-F238E27FC236}">
                <a16:creationId xmlns:a16="http://schemas.microsoft.com/office/drawing/2014/main" id="{E6A348C8-8EFE-48ED-A9AE-2AECBABBCEFC}"/>
              </a:ext>
            </a:extLst>
          </p:cNvPr>
          <p:cNvSpPr>
            <a:spLocks xmlns:a="http://schemas.openxmlformats.org/drawingml/2006/main" noGrp="1"/>
          </p:cNvSpPr>
          <p:nvPr/>
        </p:nvSpPr>
        <p:spPr>
          <a:xfrm xmlns:a="http://schemas.openxmlformats.org/drawingml/2006/main">
            <a:off x="5715000" y="2638425"/>
            <a:ext cx="66675" cy="504825"/>
          </a:xfrm>
          <a:prstGeom xmlns:a="http://schemas.openxmlformats.org/drawingml/2006/main" prst="rect">
            <a:avLst/>
          </a:prstGeom>
          <a:solidFill xmlns:a="http://schemas.openxmlformats.org/drawingml/2006/main">
            <a:srgbClr val="6A55D9"/>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B67FDC7-D4FA-48E2-A6C6-4BC0415C0799}"/>
              </a:ext>
            </a:extLst>
          </p:cNvPr>
          <p:cNvSpPr>
            <a:spLocks xmlns:a="http://schemas.openxmlformats.org/drawingml/2006/main" noGrp="1"/>
          </p:cNvSpPr>
          <p:nvPr/>
        </p:nvSpPr>
        <p:spPr>
          <a:xfrm xmlns:a="http://schemas.openxmlformats.org/drawingml/2006/main">
            <a:off x="5838825" y="27432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Runbooks &amp;</a:t>
            </a:r>
          </a:p>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execution</a:t>
            </a:r>
          </a:p>
        </p:txBody>
      </p:sp>
      <p:sp>
        <p:nvSpPr>
          <p:cNvPr id="40" name="">
            <a:extLst xmlns:a="http://schemas.openxmlformats.org/drawingml/2006/main">
              <a:ext uri="{FF2B5EF4-FFF2-40B4-BE49-F238E27FC236}">
                <a16:creationId xmlns:a16="http://schemas.microsoft.com/office/drawing/2014/main" id="{4AA036B6-ABA6-4D0B-8164-D26C9316C911}"/>
              </a:ext>
            </a:extLst>
          </p:cNvPr>
          <p:cNvSpPr>
            <a:spLocks xmlns:a="http://schemas.openxmlformats.org/drawingml/2006/main" noGrp="1"/>
          </p:cNvSpPr>
          <p:nvPr/>
        </p:nvSpPr>
        <p:spPr>
          <a:xfrm xmlns:a="http://schemas.openxmlformats.org/drawingml/2006/main">
            <a:off x="7219950" y="2638425"/>
            <a:ext cx="13525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ED3EC"/>
            </a:solidFill>
          </a:ln>
        </p:spPr>
      </p:sp>
      <p:sp>
        <p:nvSpPr>
          <p:cNvPr id="41" name="">
            <a:extLst xmlns:a="http://schemas.openxmlformats.org/drawingml/2006/main">
              <a:ext uri="{FF2B5EF4-FFF2-40B4-BE49-F238E27FC236}">
                <a16:creationId xmlns:a16="http://schemas.microsoft.com/office/drawing/2014/main" id="{75C523F5-8322-490C-AB72-527DE199D776}"/>
              </a:ext>
            </a:extLst>
          </p:cNvPr>
          <p:cNvSpPr>
            <a:spLocks xmlns:a="http://schemas.openxmlformats.org/drawingml/2006/main" noGrp="1"/>
          </p:cNvSpPr>
          <p:nvPr/>
        </p:nvSpPr>
        <p:spPr>
          <a:xfrm xmlns:a="http://schemas.openxmlformats.org/drawingml/2006/main">
            <a:off x="7219950" y="2638425"/>
            <a:ext cx="66675" cy="504825"/>
          </a:xfrm>
          <a:prstGeom xmlns:a="http://schemas.openxmlformats.org/drawingml/2006/main" prst="rect">
            <a:avLst/>
          </a:prstGeom>
          <a:solidFill xmlns:a="http://schemas.openxmlformats.org/drawingml/2006/main">
            <a:srgbClr val="F3852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5709BD5-374F-4185-86F2-D5195CC7B3DB}"/>
              </a:ext>
            </a:extLst>
          </p:cNvPr>
          <p:cNvSpPr>
            <a:spLocks xmlns:a="http://schemas.openxmlformats.org/drawingml/2006/main" noGrp="1"/>
          </p:cNvSpPr>
          <p:nvPr/>
        </p:nvSpPr>
        <p:spPr>
          <a:xfrm xmlns:a="http://schemas.openxmlformats.org/drawingml/2006/main">
            <a:off x="7343775" y="27432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1">
                <a:solidFill>
                  <a:srgbClr val="112E51"/>
                </a:solidFill>
                <a:latin typeface="Arial"/>
                <a:ea typeface="Arial"/>
                <a:cs typeface="Arial"/>
              </a:defRPr>
            </a:defPPr>
            <a:lvl1pPr algn="ctr">
              <a:defRPr sz="975" b="1">
                <a:solidFill>
                  <a:srgbClr val="112E51"/>
                </a:solidFill>
                <a:latin typeface="Arial"/>
                <a:ea typeface="Arial"/>
                <a:cs typeface="Arial"/>
              </a:defRPr>
            </a:lvl1pPr>
            <a:lvl2pPr algn="ctr">
              <a:defRPr sz="975" b="1">
                <a:solidFill>
                  <a:srgbClr val="112E51"/>
                </a:solidFill>
                <a:latin typeface="Arial"/>
                <a:ea typeface="Arial"/>
                <a:cs typeface="Arial"/>
              </a:defRPr>
            </a:lvl2pPr>
            <a:lvl3pPr algn="ctr">
              <a:defRPr sz="975" b="1">
                <a:solidFill>
                  <a:srgbClr val="112E51"/>
                </a:solidFill>
                <a:latin typeface="Arial"/>
                <a:ea typeface="Arial"/>
                <a:cs typeface="Arial"/>
              </a:defRPr>
            </a:lvl3pPr>
            <a:lvl4pPr algn="ctr">
              <a:defRPr sz="975" b="1">
                <a:solidFill>
                  <a:srgbClr val="112E51"/>
                </a:solidFill>
                <a:latin typeface="Arial"/>
                <a:ea typeface="Arial"/>
                <a:cs typeface="Arial"/>
              </a:defRPr>
            </a:lvl4pPr>
            <a:lvl5pPr algn="ctr">
              <a:defRPr sz="975" b="1">
                <a:solidFill>
                  <a:srgbClr val="112E51"/>
                </a:solidFill>
                <a:latin typeface="Arial"/>
                <a:ea typeface="Arial"/>
                <a:cs typeface="Arial"/>
              </a:defRPr>
            </a:lvl5pPr>
            <a:lvl6pPr algn="ctr">
              <a:defRPr sz="975" b="1">
                <a:solidFill>
                  <a:srgbClr val="112E51"/>
                </a:solidFill>
                <a:latin typeface="Arial"/>
                <a:ea typeface="Arial"/>
                <a:cs typeface="Arial"/>
              </a:defRPr>
            </a:lvl6pPr>
            <a:lvl7pPr algn="ctr">
              <a:defRPr sz="975" b="1">
                <a:solidFill>
                  <a:srgbClr val="112E51"/>
                </a:solidFill>
                <a:latin typeface="Arial"/>
                <a:ea typeface="Arial"/>
                <a:cs typeface="Arial"/>
              </a:defRPr>
            </a:lvl7pPr>
            <a:lvl8pPr algn="ctr">
              <a:defRPr sz="975" b="1">
                <a:solidFill>
                  <a:srgbClr val="112E51"/>
                </a:solidFill>
                <a:latin typeface="Arial"/>
                <a:ea typeface="Arial"/>
                <a:cs typeface="Arial"/>
              </a:defRPr>
            </a:lvl8pPr>
            <a:lvl9pPr algn="ctr">
              <a:defRPr sz="975" b="1">
                <a:solidFill>
                  <a:srgbClr val="112E51"/>
                </a:solidFill>
                <a:latin typeface="Arial"/>
                <a:ea typeface="Arial"/>
                <a:cs typeface="Arial"/>
              </a:defRPr>
            </a:lvl9pPr>
          </a:lstStyle>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Validation &amp;</a:t>
            </a:r>
          </a:p>
          <a:p xmlns:a="http://schemas.openxmlformats.org/drawingml/2006/main">
            <a:pPr algn="ctr">
              <a:defRPr sz="975" b="1">
                <a:solidFill>
                  <a:srgbClr val="112E51"/>
                </a:solidFill>
                <a:latin typeface="Arial"/>
                <a:ea typeface="Arial"/>
                <a:cs typeface="Arial"/>
              </a:defRPr>
            </a:pPr>
            <a:r>
              <a:rPr sz="975" b="1">
                <a:solidFill>
                  <a:srgbClr val="112E51"/>
                </a:solidFill>
                <a:latin typeface="Arial"/>
                <a:ea typeface="Arial"/>
                <a:cs typeface="Arial"/>
              </a:rPr>
              <a:t>evidence</a:t>
            </a:r>
          </a:p>
        </p:txBody>
      </p:sp>
      <p:sp>
        <p:nvSpPr>
          <p:cNvPr id="43" name="">
            <a:extLst xmlns:a="http://schemas.openxmlformats.org/drawingml/2006/main">
              <a:ext uri="{FF2B5EF4-FFF2-40B4-BE49-F238E27FC236}">
                <a16:creationId xmlns:a16="http://schemas.microsoft.com/office/drawing/2014/main" id="{19BBC96A-EF98-4741-90F0-FE362DE58CA3}"/>
              </a:ext>
            </a:extLst>
          </p:cNvPr>
          <p:cNvSpPr>
            <a:spLocks xmlns:a="http://schemas.openxmlformats.org/drawingml/2006/main" noGrp="1"/>
          </p:cNvSpPr>
          <p:nvPr/>
        </p:nvSpPr>
        <p:spPr>
          <a:xfrm xmlns:a="http://schemas.openxmlformats.org/drawingml/2006/main">
            <a:off x="9258300" y="1190625"/>
            <a:ext cx="1095375" cy="1933575"/>
          </a:xfrm>
          <a:prstGeom xmlns:a="http://schemas.openxmlformats.org/drawingml/2006/main" prst="roundRect">
            <a:avLst>
              <a:gd name="adj" fmla="val 6957"/>
            </a:avLst>
          </a:prstGeom>
          <a:solidFill xmlns:a="http://schemas.openxmlformats.org/drawingml/2006/main">
            <a:srgbClr val="F5F1FF"/>
          </a:solidFill>
          <a:ln xmlns:a="http://schemas.openxmlformats.org/drawingml/2006/main" w="9525">
            <a:solidFill>
              <a:srgbClr val="AD9FFF"/>
            </a:solidFill>
          </a:ln>
        </p:spPr>
      </p:sp>
      <p:sp>
        <p:nvSpPr>
          <p:cNvPr id="44" name="">
            <a:extLst xmlns:a="http://schemas.openxmlformats.org/drawingml/2006/main">
              <a:ext uri="{FF2B5EF4-FFF2-40B4-BE49-F238E27FC236}">
                <a16:creationId xmlns:a16="http://schemas.microsoft.com/office/drawing/2014/main" id="{5F27F25D-DEB5-45F7-93B2-773878786FFC}"/>
              </a:ext>
            </a:extLst>
          </p:cNvPr>
          <p:cNvSpPr>
            <a:spLocks xmlns:a="http://schemas.openxmlformats.org/drawingml/2006/main" noGrp="1"/>
          </p:cNvSpPr>
          <p:nvPr/>
        </p:nvSpPr>
        <p:spPr>
          <a:xfrm xmlns:a="http://schemas.openxmlformats.org/drawingml/2006/main">
            <a:off x="9324975" y="1514475"/>
            <a:ext cx="962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2025" b="1">
                <a:solidFill>
                  <a:srgbClr val="6A55D9"/>
                </a:solidFill>
                <a:latin typeface="Arial"/>
                <a:ea typeface="Arial"/>
                <a:cs typeface="Arial"/>
              </a:defRPr>
            </a:defPPr>
            <a:lvl1pPr algn="ctr">
              <a:defRPr sz="2025" b="1">
                <a:solidFill>
                  <a:srgbClr val="6A55D9"/>
                </a:solidFill>
                <a:latin typeface="Arial"/>
                <a:ea typeface="Arial"/>
                <a:cs typeface="Arial"/>
              </a:defRPr>
            </a:lvl1pPr>
            <a:lvl2pPr algn="ctr">
              <a:defRPr sz="2025" b="1">
                <a:solidFill>
                  <a:srgbClr val="6A55D9"/>
                </a:solidFill>
                <a:latin typeface="Arial"/>
                <a:ea typeface="Arial"/>
                <a:cs typeface="Arial"/>
              </a:defRPr>
            </a:lvl2pPr>
            <a:lvl3pPr algn="ctr">
              <a:defRPr sz="2025" b="1">
                <a:solidFill>
                  <a:srgbClr val="6A55D9"/>
                </a:solidFill>
                <a:latin typeface="Arial"/>
                <a:ea typeface="Arial"/>
                <a:cs typeface="Arial"/>
              </a:defRPr>
            </a:lvl3pPr>
            <a:lvl4pPr algn="ctr">
              <a:defRPr sz="2025" b="1">
                <a:solidFill>
                  <a:srgbClr val="6A55D9"/>
                </a:solidFill>
                <a:latin typeface="Arial"/>
                <a:ea typeface="Arial"/>
                <a:cs typeface="Arial"/>
              </a:defRPr>
            </a:lvl4pPr>
            <a:lvl5pPr algn="ctr">
              <a:defRPr sz="2025" b="1">
                <a:solidFill>
                  <a:srgbClr val="6A55D9"/>
                </a:solidFill>
                <a:latin typeface="Arial"/>
                <a:ea typeface="Arial"/>
                <a:cs typeface="Arial"/>
              </a:defRPr>
            </a:lvl5pPr>
            <a:lvl6pPr algn="ctr">
              <a:defRPr sz="2025" b="1">
                <a:solidFill>
                  <a:srgbClr val="6A55D9"/>
                </a:solidFill>
                <a:latin typeface="Arial"/>
                <a:ea typeface="Arial"/>
                <a:cs typeface="Arial"/>
              </a:defRPr>
            </a:lvl6pPr>
            <a:lvl7pPr algn="ctr">
              <a:defRPr sz="2025" b="1">
                <a:solidFill>
                  <a:srgbClr val="6A55D9"/>
                </a:solidFill>
                <a:latin typeface="Arial"/>
                <a:ea typeface="Arial"/>
                <a:cs typeface="Arial"/>
              </a:defRPr>
            </a:lvl7pPr>
            <a:lvl8pPr algn="ctr">
              <a:defRPr sz="2025" b="1">
                <a:solidFill>
                  <a:srgbClr val="6A55D9"/>
                </a:solidFill>
                <a:latin typeface="Arial"/>
                <a:ea typeface="Arial"/>
                <a:cs typeface="Arial"/>
              </a:defRPr>
            </a:lvl8pPr>
            <a:lvl9pPr algn="ctr">
              <a:defRPr sz="2025" b="1">
                <a:solidFill>
                  <a:srgbClr val="6A55D9"/>
                </a:solidFill>
                <a:latin typeface="Arial"/>
                <a:ea typeface="Arial"/>
                <a:cs typeface="Arial"/>
              </a:defRPr>
            </a:lvl9pPr>
          </a:lstStyle>
          <a:p xmlns:a="http://schemas.openxmlformats.org/drawingml/2006/main">
            <a:pPr algn="ctr">
              <a:defRPr sz="2025" b="1">
                <a:solidFill>
                  <a:srgbClr val="6A55D9"/>
                </a:solidFill>
                <a:latin typeface="Arial"/>
                <a:ea typeface="Arial"/>
                <a:cs typeface="Arial"/>
              </a:defRPr>
            </a:pPr>
            <a:r>
              <a:rPr sz="2025" b="1">
                <a:solidFill>
                  <a:srgbClr val="6A55D9"/>
                </a:solidFill>
                <a:latin typeface="Arial"/>
                <a:ea typeface="Arial"/>
                <a:cs typeface="Arial"/>
              </a:rPr>
              <a:t>APIs</a:t>
            </a:r>
          </a:p>
        </p:txBody>
      </p:sp>
      <p:sp>
        <p:nvSpPr>
          <p:cNvPr id="45" name="">
            <a:extLst xmlns:a="http://schemas.openxmlformats.org/drawingml/2006/main">
              <a:ext uri="{FF2B5EF4-FFF2-40B4-BE49-F238E27FC236}">
                <a16:creationId xmlns:a16="http://schemas.microsoft.com/office/drawing/2014/main" id="{B9E2ECF0-3F43-42B5-A77F-F55FE960416E}"/>
              </a:ext>
            </a:extLst>
          </p:cNvPr>
          <p:cNvSpPr>
            <a:spLocks xmlns:a="http://schemas.openxmlformats.org/drawingml/2006/main" noGrp="1"/>
          </p:cNvSpPr>
          <p:nvPr/>
        </p:nvSpPr>
        <p:spPr>
          <a:xfrm xmlns:a="http://schemas.openxmlformats.org/drawingml/2006/main">
            <a:off x="9324975" y="2057400"/>
            <a:ext cx="962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718299"/>
                </a:solidFill>
                <a:latin typeface="Arial"/>
                <a:ea typeface="Arial"/>
                <a:cs typeface="Arial"/>
              </a:defRPr>
            </a:defPPr>
            <a:lvl1pPr algn="ctr">
              <a:defRPr sz="975" b="0">
                <a:solidFill>
                  <a:srgbClr val="718299"/>
                </a:solidFill>
                <a:latin typeface="Arial"/>
                <a:ea typeface="Arial"/>
                <a:cs typeface="Arial"/>
              </a:defRPr>
            </a:lvl1pPr>
            <a:lvl2pPr algn="ctr">
              <a:defRPr sz="975" b="0">
                <a:solidFill>
                  <a:srgbClr val="718299"/>
                </a:solidFill>
                <a:latin typeface="Arial"/>
                <a:ea typeface="Arial"/>
                <a:cs typeface="Arial"/>
              </a:defRPr>
            </a:lvl2pPr>
            <a:lvl3pPr algn="ctr">
              <a:defRPr sz="975" b="0">
                <a:solidFill>
                  <a:srgbClr val="718299"/>
                </a:solidFill>
                <a:latin typeface="Arial"/>
                <a:ea typeface="Arial"/>
                <a:cs typeface="Arial"/>
              </a:defRPr>
            </a:lvl3pPr>
            <a:lvl4pPr algn="ctr">
              <a:defRPr sz="975" b="0">
                <a:solidFill>
                  <a:srgbClr val="718299"/>
                </a:solidFill>
                <a:latin typeface="Arial"/>
                <a:ea typeface="Arial"/>
                <a:cs typeface="Arial"/>
              </a:defRPr>
            </a:lvl4pPr>
            <a:lvl5pPr algn="ctr">
              <a:defRPr sz="975" b="0">
                <a:solidFill>
                  <a:srgbClr val="718299"/>
                </a:solidFill>
                <a:latin typeface="Arial"/>
                <a:ea typeface="Arial"/>
                <a:cs typeface="Arial"/>
              </a:defRPr>
            </a:lvl5pPr>
            <a:lvl6pPr algn="ctr">
              <a:defRPr sz="975" b="0">
                <a:solidFill>
                  <a:srgbClr val="718299"/>
                </a:solidFill>
                <a:latin typeface="Arial"/>
                <a:ea typeface="Arial"/>
                <a:cs typeface="Arial"/>
              </a:defRPr>
            </a:lvl6pPr>
            <a:lvl7pPr algn="ctr">
              <a:defRPr sz="975" b="0">
                <a:solidFill>
                  <a:srgbClr val="718299"/>
                </a:solidFill>
                <a:latin typeface="Arial"/>
                <a:ea typeface="Arial"/>
                <a:cs typeface="Arial"/>
              </a:defRPr>
            </a:lvl7pPr>
            <a:lvl8pPr algn="ctr">
              <a:defRPr sz="975" b="0">
                <a:solidFill>
                  <a:srgbClr val="718299"/>
                </a:solidFill>
                <a:latin typeface="Arial"/>
                <a:ea typeface="Arial"/>
                <a:cs typeface="Arial"/>
              </a:defRPr>
            </a:lvl8pPr>
            <a:lvl9pPr algn="ctr">
              <a:defRPr sz="975" b="0">
                <a:solidFill>
                  <a:srgbClr val="718299"/>
                </a:solidFill>
                <a:latin typeface="Arial"/>
                <a:ea typeface="Arial"/>
                <a:cs typeface="Arial"/>
              </a:defRPr>
            </a:lvl9pPr>
          </a:lstStyle>
          <a:p xmlns:a="http://schemas.openxmlformats.org/drawingml/2006/main">
            <a:pPr algn="ctr">
              <a:defRPr sz="975" b="0">
                <a:solidFill>
                  <a:srgbClr val="718299"/>
                </a:solidFill>
                <a:latin typeface="Arial"/>
                <a:ea typeface="Arial"/>
                <a:cs typeface="Arial"/>
              </a:defRPr>
            </a:pPr>
            <a:r>
              <a:rPr sz="975" b="0">
                <a:solidFill>
                  <a:srgbClr val="718299"/>
                </a:solidFill>
                <a:latin typeface="Arial"/>
                <a:ea typeface="Arial"/>
                <a:cs typeface="Arial"/>
              </a:rPr>
              <a:t>Controlled,</a:t>
            </a:r>
          </a:p>
          <a:p xmlns:a="http://schemas.openxmlformats.org/drawingml/2006/main">
            <a:pPr algn="ctr">
              <a:defRPr sz="975" b="0">
                <a:solidFill>
                  <a:srgbClr val="718299"/>
                </a:solidFill>
                <a:latin typeface="Arial"/>
                <a:ea typeface="Arial"/>
                <a:cs typeface="Arial"/>
              </a:defRPr>
            </a:pPr>
            <a:r>
              <a:rPr sz="975" b="0">
                <a:solidFill>
                  <a:srgbClr val="718299"/>
                </a:solidFill>
                <a:latin typeface="Arial"/>
                <a:ea typeface="Arial"/>
                <a:cs typeface="Arial"/>
              </a:rPr>
              <a:t>authenticated</a:t>
            </a:r>
          </a:p>
          <a:p xmlns:a="http://schemas.openxmlformats.org/drawingml/2006/main">
            <a:pPr algn="ctr">
              <a:defRPr sz="975" b="0">
                <a:solidFill>
                  <a:srgbClr val="718299"/>
                </a:solidFill>
                <a:latin typeface="Arial"/>
                <a:ea typeface="Arial"/>
                <a:cs typeface="Arial"/>
              </a:defRPr>
            </a:pPr>
            <a:r>
              <a:rPr sz="975" b="0">
                <a:solidFill>
                  <a:srgbClr val="718299"/>
                </a:solidFill>
                <a:latin typeface="Arial"/>
                <a:ea typeface="Arial"/>
                <a:cs typeface="Arial"/>
              </a:rPr>
              <a:t>integration</a:t>
            </a:r>
          </a:p>
        </p:txBody>
      </p:sp>
      <p:sp>
        <p:nvSpPr>
          <p:cNvPr id="46" name="">
            <a:extLst xmlns:a="http://schemas.openxmlformats.org/drawingml/2006/main">
              <a:ext uri="{FF2B5EF4-FFF2-40B4-BE49-F238E27FC236}">
                <a16:creationId xmlns:a16="http://schemas.microsoft.com/office/drawing/2014/main" id="{C3A5213E-EEEB-4F62-81BD-E2A1F8044B54}"/>
              </a:ext>
            </a:extLst>
          </p:cNvPr>
          <p:cNvSpPr>
            <a:spLocks xmlns:a="http://schemas.openxmlformats.org/drawingml/2006/main" noGrp="1"/>
          </p:cNvSpPr>
          <p:nvPr/>
        </p:nvSpPr>
        <p:spPr>
          <a:xfrm xmlns:a="http://schemas.openxmlformats.org/drawingml/2006/main">
            <a:off x="9315450" y="2800350"/>
            <a:ext cx="9810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6A55D9"/>
                </a:solidFill>
                <a:latin typeface="Arial"/>
                <a:ea typeface="Arial"/>
                <a:cs typeface="Arial"/>
              </a:defRPr>
            </a:defPPr>
            <a:lvl1pPr algn="ctr">
              <a:defRPr sz="825" b="1">
                <a:solidFill>
                  <a:srgbClr val="6A55D9"/>
                </a:solidFill>
                <a:latin typeface="Arial"/>
                <a:ea typeface="Arial"/>
                <a:cs typeface="Arial"/>
              </a:defRPr>
            </a:lvl1pPr>
            <a:lvl2pPr algn="ctr">
              <a:defRPr sz="825" b="1">
                <a:solidFill>
                  <a:srgbClr val="6A55D9"/>
                </a:solidFill>
                <a:latin typeface="Arial"/>
                <a:ea typeface="Arial"/>
                <a:cs typeface="Arial"/>
              </a:defRPr>
            </a:lvl2pPr>
            <a:lvl3pPr algn="ctr">
              <a:defRPr sz="825" b="1">
                <a:solidFill>
                  <a:srgbClr val="6A55D9"/>
                </a:solidFill>
                <a:latin typeface="Arial"/>
                <a:ea typeface="Arial"/>
                <a:cs typeface="Arial"/>
              </a:defRPr>
            </a:lvl3pPr>
            <a:lvl4pPr algn="ctr">
              <a:defRPr sz="825" b="1">
                <a:solidFill>
                  <a:srgbClr val="6A55D9"/>
                </a:solidFill>
                <a:latin typeface="Arial"/>
                <a:ea typeface="Arial"/>
                <a:cs typeface="Arial"/>
              </a:defRPr>
            </a:lvl4pPr>
            <a:lvl5pPr algn="ctr">
              <a:defRPr sz="825" b="1">
                <a:solidFill>
                  <a:srgbClr val="6A55D9"/>
                </a:solidFill>
                <a:latin typeface="Arial"/>
                <a:ea typeface="Arial"/>
                <a:cs typeface="Arial"/>
              </a:defRPr>
            </a:lvl5pPr>
            <a:lvl6pPr algn="ctr">
              <a:defRPr sz="825" b="1">
                <a:solidFill>
                  <a:srgbClr val="6A55D9"/>
                </a:solidFill>
                <a:latin typeface="Arial"/>
                <a:ea typeface="Arial"/>
                <a:cs typeface="Arial"/>
              </a:defRPr>
            </a:lvl6pPr>
            <a:lvl7pPr algn="ctr">
              <a:defRPr sz="825" b="1">
                <a:solidFill>
                  <a:srgbClr val="6A55D9"/>
                </a:solidFill>
                <a:latin typeface="Arial"/>
                <a:ea typeface="Arial"/>
                <a:cs typeface="Arial"/>
              </a:defRPr>
            </a:lvl7pPr>
            <a:lvl8pPr algn="ctr">
              <a:defRPr sz="825" b="1">
                <a:solidFill>
                  <a:srgbClr val="6A55D9"/>
                </a:solidFill>
                <a:latin typeface="Arial"/>
                <a:ea typeface="Arial"/>
                <a:cs typeface="Arial"/>
              </a:defRPr>
            </a:lvl8pPr>
            <a:lvl9pPr algn="ctr">
              <a:defRPr sz="825" b="1">
                <a:solidFill>
                  <a:srgbClr val="6A55D9"/>
                </a:solidFill>
                <a:latin typeface="Arial"/>
                <a:ea typeface="Arial"/>
                <a:cs typeface="Arial"/>
              </a:defRPr>
            </a:lvl9pPr>
          </a:lstStyle>
          <a:p xmlns:a="http://schemas.openxmlformats.org/drawingml/2006/main">
            <a:pPr algn="ctr">
              <a:defRPr sz="825" b="1">
                <a:solidFill>
                  <a:srgbClr val="6A55D9"/>
                </a:solidFill>
                <a:latin typeface="Arial"/>
                <a:ea typeface="Arial"/>
                <a:cs typeface="Arial"/>
              </a:defRPr>
            </a:pPr>
            <a:r>
              <a:rPr sz="825" b="1">
                <a:solidFill>
                  <a:srgbClr val="6A55D9"/>
                </a:solidFill>
                <a:latin typeface="Arial"/>
                <a:ea typeface="Arial"/>
                <a:cs typeface="Arial"/>
              </a:rPr>
              <a:t>Tools &amp; services</a:t>
            </a:r>
          </a:p>
        </p:txBody>
      </p:sp>
      <p:sp>
        <p:nvSpPr>
          <p:cNvPr id="47" name="">
            <a:extLst xmlns:a="http://schemas.openxmlformats.org/drawingml/2006/main">
              <a:ext uri="{FF2B5EF4-FFF2-40B4-BE49-F238E27FC236}">
                <a16:creationId xmlns:a16="http://schemas.microsoft.com/office/drawing/2014/main" id="{6D93486C-BFDE-43D3-9A0E-BB7A8589CD34}"/>
              </a:ext>
            </a:extLst>
          </p:cNvPr>
          <p:cNvSpPr>
            <a:spLocks xmlns:a="http://schemas.openxmlformats.org/drawingml/2006/main" noGrp="1"/>
          </p:cNvSpPr>
          <p:nvPr/>
        </p:nvSpPr>
        <p:spPr>
          <a:xfrm xmlns:a="http://schemas.openxmlformats.org/drawingml/2006/main">
            <a:off x="10744200" y="1038225"/>
            <a:ext cx="857250" cy="2247900"/>
          </a:xfrm>
          <a:prstGeom xmlns:a="http://schemas.openxmlformats.org/drawingml/2006/main" prst="roundRect">
            <a:avLst>
              <a:gd name="adj" fmla="val 8889"/>
            </a:avLst>
          </a:prstGeom>
          <a:solidFill xmlns:a="http://schemas.openxmlformats.org/drawingml/2006/main">
            <a:srgbClr val="EDF3F9"/>
          </a:solidFill>
          <a:ln xmlns:a="http://schemas.openxmlformats.org/drawingml/2006/main" w="9525">
            <a:solidFill>
              <a:srgbClr val="BED3EC"/>
            </a:solidFill>
          </a:ln>
        </p:spPr>
      </p:sp>
      <p:sp>
        <p:nvSpPr>
          <p:cNvPr id="48" name="">
            <a:extLst xmlns:a="http://schemas.openxmlformats.org/drawingml/2006/main">
              <a:ext uri="{FF2B5EF4-FFF2-40B4-BE49-F238E27FC236}">
                <a16:creationId xmlns:a16="http://schemas.microsoft.com/office/drawing/2014/main" id="{2CFC6BAB-1B80-4400-A1DF-D15B6D3E1903}"/>
              </a:ext>
            </a:extLst>
          </p:cNvPr>
          <p:cNvSpPr>
            <a:spLocks xmlns:a="http://schemas.openxmlformats.org/drawingml/2006/main" noGrp="1"/>
          </p:cNvSpPr>
          <p:nvPr/>
        </p:nvSpPr>
        <p:spPr>
          <a:xfrm xmlns:a="http://schemas.openxmlformats.org/drawingml/2006/main">
            <a:off x="10791825" y="1238250"/>
            <a:ext cx="762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TOOLS</a:t>
            </a:r>
          </a:p>
        </p:txBody>
      </p:sp>
      <p:sp>
        <p:nvSpPr>
          <p:cNvPr id="49" name="">
            <a:extLst xmlns:a="http://schemas.openxmlformats.org/drawingml/2006/main">
              <a:ext uri="{FF2B5EF4-FFF2-40B4-BE49-F238E27FC236}">
                <a16:creationId xmlns:a16="http://schemas.microsoft.com/office/drawing/2014/main" id="{16CC02F8-9417-465E-846B-3D76ACA219A1}"/>
              </a:ext>
            </a:extLst>
          </p:cNvPr>
          <p:cNvSpPr>
            <a:spLocks xmlns:a="http://schemas.openxmlformats.org/drawingml/2006/main" noGrp="1"/>
          </p:cNvSpPr>
          <p:nvPr/>
        </p:nvSpPr>
        <p:spPr>
          <a:xfrm xmlns:a="http://schemas.openxmlformats.org/drawingml/2006/main">
            <a:off x="10858500" y="1581150"/>
            <a:ext cx="628650" cy="285750"/>
          </a:xfrm>
          <a:prstGeom xmlns:a="http://schemas.openxmlformats.org/drawingml/2006/main" prst="roundRect">
            <a:avLst>
              <a:gd name="adj" fmla="val 26667"/>
            </a:avLst>
          </a:prstGeom>
          <a:solidFill xmlns:a="http://schemas.openxmlformats.org/drawingml/2006/main">
            <a:srgbClr val="6A55D9"/>
          </a:solidFill>
          <a:ln xmlns:a="http://schemas.openxmlformats.org/drawingml/2006/main" w="9525">
            <a:solidFill>
              <a:srgbClr val="6A55D9"/>
            </a:solidFill>
          </a:ln>
        </p:spPr>
      </p:sp>
      <p:sp>
        <p:nvSpPr>
          <p:cNvPr id="50" name="">
            <a:extLst xmlns:a="http://schemas.openxmlformats.org/drawingml/2006/main">
              <a:ext uri="{FF2B5EF4-FFF2-40B4-BE49-F238E27FC236}">
                <a16:creationId xmlns:a16="http://schemas.microsoft.com/office/drawing/2014/main" id="{96837336-2DB4-45ED-B292-0C8C3D8463F2}"/>
              </a:ext>
            </a:extLst>
          </p:cNvPr>
          <p:cNvSpPr>
            <a:spLocks xmlns:a="http://schemas.openxmlformats.org/drawingml/2006/main" noGrp="1"/>
          </p:cNvSpPr>
          <p:nvPr/>
        </p:nvSpPr>
        <p:spPr>
          <a:xfrm xmlns:a="http://schemas.openxmlformats.org/drawingml/2006/main">
            <a:off x="10915650" y="165735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Repos</a:t>
            </a:r>
          </a:p>
        </p:txBody>
      </p:sp>
      <p:sp>
        <p:nvSpPr>
          <p:cNvPr id="51" name="">
            <a:extLst xmlns:a="http://schemas.openxmlformats.org/drawingml/2006/main">
              <a:ext uri="{FF2B5EF4-FFF2-40B4-BE49-F238E27FC236}">
                <a16:creationId xmlns:a16="http://schemas.microsoft.com/office/drawing/2014/main" id="{89F6A82C-CFF7-4E54-AC5D-059CBC951897}"/>
              </a:ext>
            </a:extLst>
          </p:cNvPr>
          <p:cNvSpPr>
            <a:spLocks xmlns:a="http://schemas.openxmlformats.org/drawingml/2006/main" noGrp="1"/>
          </p:cNvSpPr>
          <p:nvPr/>
        </p:nvSpPr>
        <p:spPr>
          <a:xfrm xmlns:a="http://schemas.openxmlformats.org/drawingml/2006/main">
            <a:off x="10858500" y="1952625"/>
            <a:ext cx="628650" cy="285750"/>
          </a:xfrm>
          <a:prstGeom xmlns:a="http://schemas.openxmlformats.org/drawingml/2006/main" prst="roundRect">
            <a:avLst>
              <a:gd name="adj" fmla="val 26667"/>
            </a:avLst>
          </a:prstGeom>
          <a:solidFill xmlns:a="http://schemas.openxmlformats.org/drawingml/2006/main">
            <a:srgbClr val="112E51"/>
          </a:solidFill>
          <a:ln xmlns:a="http://schemas.openxmlformats.org/drawingml/2006/main" w="9525">
            <a:solidFill>
              <a:srgbClr val="112E51"/>
            </a:solidFill>
          </a:ln>
        </p:spPr>
      </p:sp>
      <p:sp>
        <p:nvSpPr>
          <p:cNvPr id="52" name="">
            <a:extLst xmlns:a="http://schemas.openxmlformats.org/drawingml/2006/main">
              <a:ext uri="{FF2B5EF4-FFF2-40B4-BE49-F238E27FC236}">
                <a16:creationId xmlns:a16="http://schemas.microsoft.com/office/drawing/2014/main" id="{5B31A6AA-6588-4CAD-A373-C73830058C0D}"/>
              </a:ext>
            </a:extLst>
          </p:cNvPr>
          <p:cNvSpPr>
            <a:spLocks xmlns:a="http://schemas.openxmlformats.org/drawingml/2006/main" noGrp="1"/>
          </p:cNvSpPr>
          <p:nvPr/>
        </p:nvSpPr>
        <p:spPr>
          <a:xfrm xmlns:a="http://schemas.openxmlformats.org/drawingml/2006/main">
            <a:off x="10915650" y="202882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CyberArk</a:t>
            </a:r>
          </a:p>
        </p:txBody>
      </p:sp>
      <p:sp>
        <p:nvSpPr>
          <p:cNvPr id="53" name="">
            <a:extLst xmlns:a="http://schemas.openxmlformats.org/drawingml/2006/main">
              <a:ext uri="{FF2B5EF4-FFF2-40B4-BE49-F238E27FC236}">
                <a16:creationId xmlns:a16="http://schemas.microsoft.com/office/drawing/2014/main" id="{D056CCEC-CAB9-44B4-9A64-9D7AD3062ECD}"/>
              </a:ext>
            </a:extLst>
          </p:cNvPr>
          <p:cNvSpPr>
            <a:spLocks xmlns:a="http://schemas.openxmlformats.org/drawingml/2006/main" noGrp="1"/>
          </p:cNvSpPr>
          <p:nvPr/>
        </p:nvSpPr>
        <p:spPr>
          <a:xfrm xmlns:a="http://schemas.openxmlformats.org/drawingml/2006/main">
            <a:off x="10858500" y="2324100"/>
            <a:ext cx="628650" cy="285750"/>
          </a:xfrm>
          <a:prstGeom xmlns:a="http://schemas.openxmlformats.org/drawingml/2006/main" prst="roundRect">
            <a:avLst>
              <a:gd name="adj" fmla="val 26667"/>
            </a:avLst>
          </a:prstGeom>
          <a:solidFill xmlns:a="http://schemas.openxmlformats.org/drawingml/2006/main">
            <a:srgbClr val="F38521"/>
          </a:solidFill>
          <a:ln xmlns:a="http://schemas.openxmlformats.org/drawingml/2006/main" w="9525">
            <a:solidFill>
              <a:srgbClr val="F38521"/>
            </a:solidFill>
          </a:ln>
        </p:spPr>
      </p:sp>
      <p:sp>
        <p:nvSpPr>
          <p:cNvPr id="54" name="">
            <a:extLst xmlns:a="http://schemas.openxmlformats.org/drawingml/2006/main">
              <a:ext uri="{FF2B5EF4-FFF2-40B4-BE49-F238E27FC236}">
                <a16:creationId xmlns:a16="http://schemas.microsoft.com/office/drawing/2014/main" id="{7C31ADE5-993D-4592-8D8E-CCB903132A7C}"/>
              </a:ext>
            </a:extLst>
          </p:cNvPr>
          <p:cNvSpPr>
            <a:spLocks xmlns:a="http://schemas.openxmlformats.org/drawingml/2006/main" noGrp="1"/>
          </p:cNvSpPr>
          <p:nvPr/>
        </p:nvSpPr>
        <p:spPr>
          <a:xfrm xmlns:a="http://schemas.openxmlformats.org/drawingml/2006/main">
            <a:off x="10915650" y="2400300"/>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vCenter</a:t>
            </a:r>
          </a:p>
        </p:txBody>
      </p:sp>
      <p:sp>
        <p:nvSpPr>
          <p:cNvPr id="55" name="">
            <a:extLst xmlns:a="http://schemas.openxmlformats.org/drawingml/2006/main">
              <a:ext uri="{FF2B5EF4-FFF2-40B4-BE49-F238E27FC236}">
                <a16:creationId xmlns:a16="http://schemas.microsoft.com/office/drawing/2014/main" id="{7F30F590-C97E-4156-A61F-14181B06305A}"/>
              </a:ext>
            </a:extLst>
          </p:cNvPr>
          <p:cNvSpPr>
            <a:spLocks xmlns:a="http://schemas.openxmlformats.org/drawingml/2006/main" noGrp="1"/>
          </p:cNvSpPr>
          <p:nvPr/>
        </p:nvSpPr>
        <p:spPr>
          <a:xfrm xmlns:a="http://schemas.openxmlformats.org/drawingml/2006/main">
            <a:off x="10858500" y="2695575"/>
            <a:ext cx="628650" cy="285750"/>
          </a:xfrm>
          <a:prstGeom xmlns:a="http://schemas.openxmlformats.org/drawingml/2006/main" prst="roundRect">
            <a:avLst>
              <a:gd name="adj" fmla="val 26667"/>
            </a:avLst>
          </a:prstGeom>
          <a:solidFill xmlns:a="http://schemas.openxmlformats.org/drawingml/2006/main">
            <a:srgbClr val="307CC5"/>
          </a:solidFill>
          <a:ln xmlns:a="http://schemas.openxmlformats.org/drawingml/2006/main" w="9525">
            <a:solidFill>
              <a:srgbClr val="307CC5"/>
            </a:solidFill>
          </a:ln>
        </p:spPr>
      </p:sp>
      <p:sp>
        <p:nvSpPr>
          <p:cNvPr id="56" name="">
            <a:extLst xmlns:a="http://schemas.openxmlformats.org/drawingml/2006/main">
              <a:ext uri="{FF2B5EF4-FFF2-40B4-BE49-F238E27FC236}">
                <a16:creationId xmlns:a16="http://schemas.microsoft.com/office/drawing/2014/main" id="{4A52A273-5EA1-48D0-9EFB-C847A3A05834}"/>
              </a:ext>
            </a:extLst>
          </p:cNvPr>
          <p:cNvSpPr>
            <a:spLocks xmlns:a="http://schemas.openxmlformats.org/drawingml/2006/main" noGrp="1"/>
          </p:cNvSpPr>
          <p:nvPr/>
        </p:nvSpPr>
        <p:spPr>
          <a:xfrm xmlns:a="http://schemas.openxmlformats.org/drawingml/2006/main">
            <a:off x="10915650" y="2771775"/>
            <a:ext cx="514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Backup</a:t>
            </a:r>
          </a:p>
        </p:txBody>
      </p:sp>
      <p:sp>
        <p:nvSpPr>
          <p:cNvPr id="57" name="">
            <a:extLst xmlns:a="http://schemas.openxmlformats.org/drawingml/2006/main">
              <a:ext uri="{FF2B5EF4-FFF2-40B4-BE49-F238E27FC236}">
                <a16:creationId xmlns:a16="http://schemas.microsoft.com/office/drawing/2014/main" id="{EC778AA5-A741-4FEB-8073-1410579C8F26}"/>
              </a:ext>
            </a:extLst>
          </p:cNvPr>
          <p:cNvSpPr>
            <a:spLocks xmlns:a="http://schemas.openxmlformats.org/drawingml/2006/main" noGrp="1"/>
          </p:cNvSpPr>
          <p:nvPr/>
        </p:nvSpPr>
        <p:spPr>
          <a:xfrm xmlns:a="http://schemas.openxmlformats.org/drawingml/2006/main">
            <a:off x="2438400" y="2124075"/>
            <a:ext cx="381000" cy="85725"/>
          </a:xfrm>
          <a:prstGeom xmlns:a="http://schemas.openxmlformats.org/drawingml/2006/main" prst="rightArrow">
            <a:avLst/>
          </a:prstGeom>
          <a:solidFill xmlns:a="http://schemas.openxmlformats.org/drawingml/2006/main">
            <a:srgbClr val="112E51"/>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A59E345A-A1D2-44CB-B249-F8DD24286A27}"/>
              </a:ext>
            </a:extLst>
          </p:cNvPr>
          <p:cNvSpPr>
            <a:spLocks xmlns:a="http://schemas.openxmlformats.org/drawingml/2006/main" noGrp="1"/>
          </p:cNvSpPr>
          <p:nvPr/>
        </p:nvSpPr>
        <p:spPr>
          <a:xfrm xmlns:a="http://schemas.openxmlformats.org/drawingml/2006/main">
            <a:off x="4972050" y="2124075"/>
            <a:ext cx="438150" cy="85725"/>
          </a:xfrm>
          <a:prstGeom xmlns:a="http://schemas.openxmlformats.org/drawingml/2006/main" prst="rightArrow">
            <a:avLst/>
          </a:prstGeom>
          <a:solidFill xmlns:a="http://schemas.openxmlformats.org/drawingml/2006/main">
            <a:srgbClr val="112E51"/>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501A58FC-3919-43ED-B373-17147678C76A}"/>
              </a:ext>
            </a:extLst>
          </p:cNvPr>
          <p:cNvSpPr>
            <a:spLocks xmlns:a="http://schemas.openxmlformats.org/drawingml/2006/main" noGrp="1"/>
          </p:cNvSpPr>
          <p:nvPr/>
        </p:nvSpPr>
        <p:spPr>
          <a:xfrm xmlns:a="http://schemas.openxmlformats.org/drawingml/2006/main">
            <a:off x="8801100" y="2124075"/>
            <a:ext cx="457200" cy="85725"/>
          </a:xfrm>
          <a:prstGeom xmlns:a="http://schemas.openxmlformats.org/drawingml/2006/main" prst="rightArrow">
            <a:avLst/>
          </a:prstGeom>
          <a:solidFill xmlns:a="http://schemas.openxmlformats.org/drawingml/2006/main">
            <a:srgbClr val="112E51"/>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15628D20-1431-4548-AB38-BD8F1605E550}"/>
              </a:ext>
            </a:extLst>
          </p:cNvPr>
          <p:cNvSpPr>
            <a:spLocks xmlns:a="http://schemas.openxmlformats.org/drawingml/2006/main" noGrp="1"/>
          </p:cNvSpPr>
          <p:nvPr/>
        </p:nvSpPr>
        <p:spPr>
          <a:xfrm xmlns:a="http://schemas.openxmlformats.org/drawingml/2006/main">
            <a:off x="10363200" y="2124075"/>
            <a:ext cx="381000" cy="85725"/>
          </a:xfrm>
          <a:prstGeom xmlns:a="http://schemas.openxmlformats.org/drawingml/2006/main" prst="rightArrow">
            <a:avLst/>
          </a:prstGeom>
          <a:solidFill xmlns:a="http://schemas.openxmlformats.org/drawingml/2006/main">
            <a:srgbClr val="112E51"/>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2DF0087-1DAF-4063-8870-BAD30EE41711}"/>
              </a:ext>
            </a:extLst>
          </p:cNvPr>
          <p:cNvSpPr>
            <a:spLocks xmlns:a="http://schemas.openxmlformats.org/drawingml/2006/main" noGrp="1"/>
          </p:cNvSpPr>
          <p:nvPr/>
        </p:nvSpPr>
        <p:spPr>
          <a:xfrm xmlns:a="http://schemas.openxmlformats.org/drawingml/2006/main">
            <a:off x="9801225" y="3124200"/>
            <a:ext cx="0" cy="304800"/>
          </a:xfrm>
          <a:prstGeom xmlns:a="http://schemas.openxmlformats.org/drawingml/2006/main" prst="line">
            <a:avLst/>
          </a:prstGeom>
          <a:ln xmlns:a="http://schemas.openxmlformats.org/drawingml/2006/main" w="11430">
            <a:solidFill>
              <a:srgbClr val="6A55D9"/>
            </a:solidFill>
          </a:ln>
        </p:spPr>
      </p:sp>
      <p:sp>
        <p:nvSpPr>
          <p:cNvPr id="62" name="">
            <a:extLst xmlns:a="http://schemas.openxmlformats.org/drawingml/2006/main">
              <a:ext uri="{FF2B5EF4-FFF2-40B4-BE49-F238E27FC236}">
                <a16:creationId xmlns:a16="http://schemas.microsoft.com/office/drawing/2014/main" id="{B38520B3-849E-4753-BA4D-9FBCC4C12D06}"/>
              </a:ext>
            </a:extLst>
          </p:cNvPr>
          <p:cNvSpPr>
            <a:spLocks xmlns:a="http://schemas.openxmlformats.org/drawingml/2006/main" noGrp="1"/>
          </p:cNvSpPr>
          <p:nvPr/>
        </p:nvSpPr>
        <p:spPr>
          <a:xfrm xmlns:a="http://schemas.openxmlformats.org/drawingml/2006/main">
            <a:off x="3752850" y="3486150"/>
            <a:ext cx="6819900" cy="0"/>
          </a:xfrm>
          <a:prstGeom xmlns:a="http://schemas.openxmlformats.org/drawingml/2006/main" prst="line">
            <a:avLst/>
          </a:prstGeom>
          <a:ln xmlns:a="http://schemas.openxmlformats.org/drawingml/2006/main" w="11430">
            <a:solidFill>
              <a:srgbClr val="88A9CA"/>
            </a:solidFill>
          </a:ln>
        </p:spPr>
      </p:sp>
      <p:sp>
        <p:nvSpPr>
          <p:cNvPr id="63" name="">
            <a:extLst xmlns:a="http://schemas.openxmlformats.org/drawingml/2006/main">
              <a:ext uri="{FF2B5EF4-FFF2-40B4-BE49-F238E27FC236}">
                <a16:creationId xmlns:a16="http://schemas.microsoft.com/office/drawing/2014/main" id="{A2CB7603-8627-4813-89AC-E27CB428B914}"/>
              </a:ext>
            </a:extLst>
          </p:cNvPr>
          <p:cNvSpPr>
            <a:spLocks xmlns:a="http://schemas.openxmlformats.org/drawingml/2006/main" noGrp="1"/>
          </p:cNvSpPr>
          <p:nvPr/>
        </p:nvSpPr>
        <p:spPr>
          <a:xfrm xmlns:a="http://schemas.openxmlformats.org/drawingml/2006/main">
            <a:off x="9801225" y="3429000"/>
            <a:ext cx="0" cy="57150"/>
          </a:xfrm>
          <a:prstGeom xmlns:a="http://schemas.openxmlformats.org/drawingml/2006/main" prst="line">
            <a:avLst/>
          </a:prstGeom>
          <a:ln xmlns:a="http://schemas.openxmlformats.org/drawingml/2006/main" w="11430">
            <a:solidFill>
              <a:srgbClr val="6A55D9"/>
            </a:solidFill>
          </a:ln>
        </p:spPr>
      </p:sp>
      <p:sp>
        <p:nvSpPr>
          <p:cNvPr id="64" name="">
            <a:extLst xmlns:a="http://schemas.openxmlformats.org/drawingml/2006/main">
              <a:ext uri="{FF2B5EF4-FFF2-40B4-BE49-F238E27FC236}">
                <a16:creationId xmlns:a16="http://schemas.microsoft.com/office/drawing/2014/main" id="{EB198F95-523B-4653-A818-3A69BCD6F590}"/>
              </a:ext>
            </a:extLst>
          </p:cNvPr>
          <p:cNvSpPr>
            <a:spLocks xmlns:a="http://schemas.openxmlformats.org/drawingml/2006/main" noGrp="1"/>
          </p:cNvSpPr>
          <p:nvPr/>
        </p:nvSpPr>
        <p:spPr>
          <a:xfrm xmlns:a="http://schemas.openxmlformats.org/drawingml/2006/main">
            <a:off x="2819400" y="3667125"/>
            <a:ext cx="20764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BED3EC"/>
            </a:solidFill>
          </a:ln>
        </p:spPr>
      </p:sp>
      <p:sp>
        <p:nvSpPr>
          <p:cNvPr id="65" name="">
            <a:extLst xmlns:a="http://schemas.openxmlformats.org/drawingml/2006/main">
              <a:ext uri="{FF2B5EF4-FFF2-40B4-BE49-F238E27FC236}">
                <a16:creationId xmlns:a16="http://schemas.microsoft.com/office/drawing/2014/main" id="{DA3A43E7-E7D5-4E33-A170-C6C19B023CEB}"/>
              </a:ext>
            </a:extLst>
          </p:cNvPr>
          <p:cNvSpPr>
            <a:spLocks xmlns:a="http://schemas.openxmlformats.org/drawingml/2006/main" noGrp="1"/>
          </p:cNvSpPr>
          <p:nvPr/>
        </p:nvSpPr>
        <p:spPr>
          <a:xfrm xmlns:a="http://schemas.openxmlformats.org/drawingml/2006/main">
            <a:off x="2819400" y="3667125"/>
            <a:ext cx="76200" cy="647700"/>
          </a:xfrm>
          <a:prstGeom xmlns:a="http://schemas.openxmlformats.org/drawingml/2006/main" prst="rect">
            <a:avLst/>
          </a:prstGeom>
          <a:solidFill xmlns:a="http://schemas.openxmlformats.org/drawingml/2006/main">
            <a:srgbClr val="6A55D9"/>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F4E66AD3-2B1A-458D-A1F0-5C7DFCFADF82}"/>
              </a:ext>
            </a:extLst>
          </p:cNvPr>
          <p:cNvSpPr>
            <a:spLocks xmlns:a="http://schemas.openxmlformats.org/drawingml/2006/main" noGrp="1"/>
          </p:cNvSpPr>
          <p:nvPr/>
        </p:nvSpPr>
        <p:spPr>
          <a:xfrm xmlns:a="http://schemas.openxmlformats.org/drawingml/2006/main">
            <a:off x="2971800" y="3790950"/>
            <a:ext cx="1828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125" b="1">
                <a:solidFill>
                  <a:srgbClr val="112E51"/>
                </a:solidFill>
                <a:latin typeface="Arial"/>
                <a:ea typeface="Arial"/>
                <a:cs typeface="Arial"/>
              </a:defRPr>
            </a:defPPr>
            <a:lvl1pPr algn="ctr">
              <a:defRPr sz="1125" b="1">
                <a:solidFill>
                  <a:srgbClr val="112E51"/>
                </a:solidFill>
                <a:latin typeface="Arial"/>
                <a:ea typeface="Arial"/>
                <a:cs typeface="Arial"/>
              </a:defRPr>
            </a:lvl1pPr>
            <a:lvl2pPr algn="ctr">
              <a:defRPr sz="1125" b="1">
                <a:solidFill>
                  <a:srgbClr val="112E51"/>
                </a:solidFill>
                <a:latin typeface="Arial"/>
                <a:ea typeface="Arial"/>
                <a:cs typeface="Arial"/>
              </a:defRPr>
            </a:lvl2pPr>
            <a:lvl3pPr algn="ctr">
              <a:defRPr sz="1125" b="1">
                <a:solidFill>
                  <a:srgbClr val="112E51"/>
                </a:solidFill>
                <a:latin typeface="Arial"/>
                <a:ea typeface="Arial"/>
                <a:cs typeface="Arial"/>
              </a:defRPr>
            </a:lvl3pPr>
            <a:lvl4pPr algn="ctr">
              <a:defRPr sz="1125" b="1">
                <a:solidFill>
                  <a:srgbClr val="112E51"/>
                </a:solidFill>
                <a:latin typeface="Arial"/>
                <a:ea typeface="Arial"/>
                <a:cs typeface="Arial"/>
              </a:defRPr>
            </a:lvl4pPr>
            <a:lvl5pPr algn="ctr">
              <a:defRPr sz="1125" b="1">
                <a:solidFill>
                  <a:srgbClr val="112E51"/>
                </a:solidFill>
                <a:latin typeface="Arial"/>
                <a:ea typeface="Arial"/>
                <a:cs typeface="Arial"/>
              </a:defRPr>
            </a:lvl5pPr>
            <a:lvl6pPr algn="ctr">
              <a:defRPr sz="1125" b="1">
                <a:solidFill>
                  <a:srgbClr val="112E51"/>
                </a:solidFill>
                <a:latin typeface="Arial"/>
                <a:ea typeface="Arial"/>
                <a:cs typeface="Arial"/>
              </a:defRPr>
            </a:lvl6pPr>
            <a:lvl7pPr algn="ctr">
              <a:defRPr sz="1125" b="1">
                <a:solidFill>
                  <a:srgbClr val="112E51"/>
                </a:solidFill>
                <a:latin typeface="Arial"/>
                <a:ea typeface="Arial"/>
                <a:cs typeface="Arial"/>
              </a:defRPr>
            </a:lvl7pPr>
            <a:lvl8pPr algn="ctr">
              <a:defRPr sz="1125" b="1">
                <a:solidFill>
                  <a:srgbClr val="112E51"/>
                </a:solidFill>
                <a:latin typeface="Arial"/>
                <a:ea typeface="Arial"/>
                <a:cs typeface="Arial"/>
              </a:defRPr>
            </a:lvl8pPr>
            <a:lvl9pPr algn="ctr">
              <a:defRPr sz="1125" b="1">
                <a:solidFill>
                  <a:srgbClr val="112E51"/>
                </a:solidFill>
                <a:latin typeface="Arial"/>
                <a:ea typeface="Arial"/>
                <a:cs typeface="Arial"/>
              </a:defRPr>
            </a:lvl9pPr>
          </a:lstStyle>
          <a:p xmlns:a="http://schemas.openxmlformats.org/drawingml/2006/main">
            <a:pPr algn="ctr">
              <a:defRPr sz="1125" b="1">
                <a:solidFill>
                  <a:srgbClr val="112E51"/>
                </a:solidFill>
                <a:latin typeface="Arial"/>
                <a:ea typeface="Arial"/>
                <a:cs typeface="Arial"/>
              </a:defRPr>
            </a:pPr>
            <a:r>
              <a:rPr sz="1125" b="1">
                <a:solidFill>
                  <a:srgbClr val="112E51"/>
                </a:solidFill>
                <a:latin typeface="Arial"/>
                <a:ea typeface="Arial"/>
                <a:cs typeface="Arial"/>
              </a:rPr>
              <a:t>RHEL Upgrade</a:t>
            </a:r>
          </a:p>
        </p:txBody>
      </p:sp>
      <p:sp>
        <p:nvSpPr>
          <p:cNvPr id="67" name="">
            <a:extLst xmlns:a="http://schemas.openxmlformats.org/drawingml/2006/main">
              <a:ext uri="{FF2B5EF4-FFF2-40B4-BE49-F238E27FC236}">
                <a16:creationId xmlns:a16="http://schemas.microsoft.com/office/drawing/2014/main" id="{9E6A3A35-DB76-48AF-AD13-D4382DBDE8D3}"/>
              </a:ext>
            </a:extLst>
          </p:cNvPr>
          <p:cNvSpPr>
            <a:spLocks xmlns:a="http://schemas.openxmlformats.org/drawingml/2006/main" noGrp="1"/>
          </p:cNvSpPr>
          <p:nvPr/>
        </p:nvSpPr>
        <p:spPr>
          <a:xfrm xmlns:a="http://schemas.openxmlformats.org/drawingml/2006/main">
            <a:off x="2933700" y="4067175"/>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718299"/>
                </a:solidFill>
                <a:latin typeface="Arial"/>
                <a:ea typeface="Arial"/>
                <a:cs typeface="Arial"/>
              </a:defRPr>
            </a:defPPr>
            <a:lvl1pPr algn="ctr">
              <a:defRPr sz="825" b="0">
                <a:solidFill>
                  <a:srgbClr val="718299"/>
                </a:solidFill>
                <a:latin typeface="Arial"/>
                <a:ea typeface="Arial"/>
                <a:cs typeface="Arial"/>
              </a:defRPr>
            </a:lvl1pPr>
            <a:lvl2pPr algn="ctr">
              <a:defRPr sz="825" b="0">
                <a:solidFill>
                  <a:srgbClr val="718299"/>
                </a:solidFill>
                <a:latin typeface="Arial"/>
                <a:ea typeface="Arial"/>
                <a:cs typeface="Arial"/>
              </a:defRPr>
            </a:lvl2pPr>
            <a:lvl3pPr algn="ctr">
              <a:defRPr sz="825" b="0">
                <a:solidFill>
                  <a:srgbClr val="718299"/>
                </a:solidFill>
                <a:latin typeface="Arial"/>
                <a:ea typeface="Arial"/>
                <a:cs typeface="Arial"/>
              </a:defRPr>
            </a:lvl3pPr>
            <a:lvl4pPr algn="ctr">
              <a:defRPr sz="825" b="0">
                <a:solidFill>
                  <a:srgbClr val="718299"/>
                </a:solidFill>
                <a:latin typeface="Arial"/>
                <a:ea typeface="Arial"/>
                <a:cs typeface="Arial"/>
              </a:defRPr>
            </a:lvl4pPr>
            <a:lvl5pPr algn="ctr">
              <a:defRPr sz="825" b="0">
                <a:solidFill>
                  <a:srgbClr val="718299"/>
                </a:solidFill>
                <a:latin typeface="Arial"/>
                <a:ea typeface="Arial"/>
                <a:cs typeface="Arial"/>
              </a:defRPr>
            </a:lvl5pPr>
            <a:lvl6pPr algn="ctr">
              <a:defRPr sz="825" b="0">
                <a:solidFill>
                  <a:srgbClr val="718299"/>
                </a:solidFill>
                <a:latin typeface="Arial"/>
                <a:ea typeface="Arial"/>
                <a:cs typeface="Arial"/>
              </a:defRPr>
            </a:lvl6pPr>
            <a:lvl7pPr algn="ctr">
              <a:defRPr sz="825" b="0">
                <a:solidFill>
                  <a:srgbClr val="718299"/>
                </a:solidFill>
                <a:latin typeface="Arial"/>
                <a:ea typeface="Arial"/>
                <a:cs typeface="Arial"/>
              </a:defRPr>
            </a:lvl7pPr>
            <a:lvl8pPr algn="ctr">
              <a:defRPr sz="825" b="0">
                <a:solidFill>
                  <a:srgbClr val="718299"/>
                </a:solidFill>
                <a:latin typeface="Arial"/>
                <a:ea typeface="Arial"/>
                <a:cs typeface="Arial"/>
              </a:defRPr>
            </a:lvl8pPr>
            <a:lvl9pPr algn="ctr">
              <a:defRPr sz="825" b="0">
                <a:solidFill>
                  <a:srgbClr val="718299"/>
                </a:solidFill>
                <a:latin typeface="Arial"/>
                <a:ea typeface="Arial"/>
                <a:cs typeface="Arial"/>
              </a:defRPr>
            </a:lvl9pPr>
          </a:lstStyle>
          <a:p xmlns:a="http://schemas.openxmlformats.org/drawingml/2006/main">
            <a:pPr algn="ctr">
              <a:defRPr sz="825" b="0">
                <a:solidFill>
                  <a:srgbClr val="718299"/>
                </a:solidFill>
                <a:latin typeface="Arial"/>
                <a:ea typeface="Arial"/>
                <a:cs typeface="Arial"/>
              </a:defRPr>
            </a:pPr>
            <a:r>
              <a:rPr sz="825" b="0">
                <a:solidFill>
                  <a:srgbClr val="718299"/>
                </a:solidFill>
                <a:latin typeface="Arial"/>
                <a:ea typeface="Arial"/>
                <a:cs typeface="Arial"/>
              </a:rPr>
              <a:t>7 to 8 to 9  •  Leapp / SSH</a:t>
            </a:r>
          </a:p>
        </p:txBody>
      </p:sp>
      <p:sp>
        <p:nvSpPr>
          <p:cNvPr id="68" name="">
            <a:extLst xmlns:a="http://schemas.openxmlformats.org/drawingml/2006/main">
              <a:ext uri="{FF2B5EF4-FFF2-40B4-BE49-F238E27FC236}">
                <a16:creationId xmlns:a16="http://schemas.microsoft.com/office/drawing/2014/main" id="{C5A30225-77A5-4AC2-BCE6-0CFE3A6AB055}"/>
              </a:ext>
            </a:extLst>
          </p:cNvPr>
          <p:cNvSpPr>
            <a:spLocks xmlns:a="http://schemas.openxmlformats.org/drawingml/2006/main" noGrp="1"/>
          </p:cNvSpPr>
          <p:nvPr/>
        </p:nvSpPr>
        <p:spPr>
          <a:xfrm xmlns:a="http://schemas.openxmlformats.org/drawingml/2006/main">
            <a:off x="3857625" y="3486150"/>
            <a:ext cx="0" cy="180975"/>
          </a:xfrm>
          <a:prstGeom xmlns:a="http://schemas.openxmlformats.org/drawingml/2006/main" prst="line">
            <a:avLst/>
          </a:prstGeom>
          <a:ln xmlns:a="http://schemas.openxmlformats.org/drawingml/2006/main" w="11430">
            <a:solidFill>
              <a:srgbClr val="88A9CA"/>
            </a:solidFill>
          </a:ln>
        </p:spPr>
      </p:sp>
      <p:sp>
        <p:nvSpPr>
          <p:cNvPr id="69" name="">
            <a:extLst xmlns:a="http://schemas.openxmlformats.org/drawingml/2006/main">
              <a:ext uri="{FF2B5EF4-FFF2-40B4-BE49-F238E27FC236}">
                <a16:creationId xmlns:a16="http://schemas.microsoft.com/office/drawing/2014/main" id="{F352F1BA-390F-410F-B6E9-C84E52AC5774}"/>
              </a:ext>
            </a:extLst>
          </p:cNvPr>
          <p:cNvSpPr>
            <a:spLocks xmlns:a="http://schemas.openxmlformats.org/drawingml/2006/main" noGrp="1"/>
          </p:cNvSpPr>
          <p:nvPr/>
        </p:nvSpPr>
        <p:spPr>
          <a:xfrm xmlns:a="http://schemas.openxmlformats.org/drawingml/2006/main">
            <a:off x="5057775" y="3667125"/>
            <a:ext cx="20764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BED3EC"/>
            </a:solidFill>
          </a:ln>
        </p:spPr>
      </p:sp>
      <p:sp>
        <p:nvSpPr>
          <p:cNvPr id="70" name="">
            <a:extLst xmlns:a="http://schemas.openxmlformats.org/drawingml/2006/main">
              <a:ext uri="{FF2B5EF4-FFF2-40B4-BE49-F238E27FC236}">
                <a16:creationId xmlns:a16="http://schemas.microsoft.com/office/drawing/2014/main" id="{C82FF48D-288A-4A0C-8635-C22EFDA91D29}"/>
              </a:ext>
            </a:extLst>
          </p:cNvPr>
          <p:cNvSpPr>
            <a:spLocks xmlns:a="http://schemas.openxmlformats.org/drawingml/2006/main" noGrp="1"/>
          </p:cNvSpPr>
          <p:nvPr/>
        </p:nvSpPr>
        <p:spPr>
          <a:xfrm xmlns:a="http://schemas.openxmlformats.org/drawingml/2006/main">
            <a:off x="5057775" y="3667125"/>
            <a:ext cx="76200" cy="647700"/>
          </a:xfrm>
          <a:prstGeom xmlns:a="http://schemas.openxmlformats.org/drawingml/2006/main" prst="rect">
            <a:avLst/>
          </a:prstGeom>
          <a:solidFill xmlns:a="http://schemas.openxmlformats.org/drawingml/2006/main">
            <a:srgbClr val="112E51"/>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AC40490C-049D-4A26-97CA-A60974A157C2}"/>
              </a:ext>
            </a:extLst>
          </p:cNvPr>
          <p:cNvSpPr>
            <a:spLocks xmlns:a="http://schemas.openxmlformats.org/drawingml/2006/main" noGrp="1"/>
          </p:cNvSpPr>
          <p:nvPr/>
        </p:nvSpPr>
        <p:spPr>
          <a:xfrm xmlns:a="http://schemas.openxmlformats.org/drawingml/2006/main">
            <a:off x="5210175" y="3790950"/>
            <a:ext cx="1828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125" b="1">
                <a:solidFill>
                  <a:srgbClr val="112E51"/>
                </a:solidFill>
                <a:latin typeface="Arial"/>
                <a:ea typeface="Arial"/>
                <a:cs typeface="Arial"/>
              </a:defRPr>
            </a:defPPr>
            <a:lvl1pPr algn="ctr">
              <a:defRPr sz="1125" b="1">
                <a:solidFill>
                  <a:srgbClr val="112E51"/>
                </a:solidFill>
                <a:latin typeface="Arial"/>
                <a:ea typeface="Arial"/>
                <a:cs typeface="Arial"/>
              </a:defRPr>
            </a:lvl1pPr>
            <a:lvl2pPr algn="ctr">
              <a:defRPr sz="1125" b="1">
                <a:solidFill>
                  <a:srgbClr val="112E51"/>
                </a:solidFill>
                <a:latin typeface="Arial"/>
                <a:ea typeface="Arial"/>
                <a:cs typeface="Arial"/>
              </a:defRPr>
            </a:lvl2pPr>
            <a:lvl3pPr algn="ctr">
              <a:defRPr sz="1125" b="1">
                <a:solidFill>
                  <a:srgbClr val="112E51"/>
                </a:solidFill>
                <a:latin typeface="Arial"/>
                <a:ea typeface="Arial"/>
                <a:cs typeface="Arial"/>
              </a:defRPr>
            </a:lvl3pPr>
            <a:lvl4pPr algn="ctr">
              <a:defRPr sz="1125" b="1">
                <a:solidFill>
                  <a:srgbClr val="112E51"/>
                </a:solidFill>
                <a:latin typeface="Arial"/>
                <a:ea typeface="Arial"/>
                <a:cs typeface="Arial"/>
              </a:defRPr>
            </a:lvl4pPr>
            <a:lvl5pPr algn="ctr">
              <a:defRPr sz="1125" b="1">
                <a:solidFill>
                  <a:srgbClr val="112E51"/>
                </a:solidFill>
                <a:latin typeface="Arial"/>
                <a:ea typeface="Arial"/>
                <a:cs typeface="Arial"/>
              </a:defRPr>
            </a:lvl5pPr>
            <a:lvl6pPr algn="ctr">
              <a:defRPr sz="1125" b="1">
                <a:solidFill>
                  <a:srgbClr val="112E51"/>
                </a:solidFill>
                <a:latin typeface="Arial"/>
                <a:ea typeface="Arial"/>
                <a:cs typeface="Arial"/>
              </a:defRPr>
            </a:lvl6pPr>
            <a:lvl7pPr algn="ctr">
              <a:defRPr sz="1125" b="1">
                <a:solidFill>
                  <a:srgbClr val="112E51"/>
                </a:solidFill>
                <a:latin typeface="Arial"/>
                <a:ea typeface="Arial"/>
                <a:cs typeface="Arial"/>
              </a:defRPr>
            </a:lvl7pPr>
            <a:lvl8pPr algn="ctr">
              <a:defRPr sz="1125" b="1">
                <a:solidFill>
                  <a:srgbClr val="112E51"/>
                </a:solidFill>
                <a:latin typeface="Arial"/>
                <a:ea typeface="Arial"/>
                <a:cs typeface="Arial"/>
              </a:defRPr>
            </a:lvl8pPr>
            <a:lvl9pPr algn="ctr">
              <a:defRPr sz="1125" b="1">
                <a:solidFill>
                  <a:srgbClr val="112E51"/>
                </a:solidFill>
                <a:latin typeface="Arial"/>
                <a:ea typeface="Arial"/>
                <a:cs typeface="Arial"/>
              </a:defRPr>
            </a:lvl9pPr>
          </a:lstStyle>
          <a:p xmlns:a="http://schemas.openxmlformats.org/drawingml/2006/main">
            <a:pPr algn="ctr">
              <a:defRPr sz="1125" b="1">
                <a:solidFill>
                  <a:srgbClr val="112E51"/>
                </a:solidFill>
                <a:latin typeface="Arial"/>
                <a:ea typeface="Arial"/>
                <a:cs typeface="Arial"/>
              </a:defRPr>
            </a:pPr>
            <a:r>
              <a:rPr sz="1125" b="1">
                <a:solidFill>
                  <a:srgbClr val="112E51"/>
                </a:solidFill>
                <a:latin typeface="Arial"/>
                <a:ea typeface="Arial"/>
                <a:cs typeface="Arial"/>
              </a:rPr>
              <a:t>Windows Upgrade</a:t>
            </a:r>
          </a:p>
        </p:txBody>
      </p:sp>
      <p:sp>
        <p:nvSpPr>
          <p:cNvPr id="72" name="">
            <a:extLst xmlns:a="http://schemas.openxmlformats.org/drawingml/2006/main">
              <a:ext uri="{FF2B5EF4-FFF2-40B4-BE49-F238E27FC236}">
                <a16:creationId xmlns:a16="http://schemas.microsoft.com/office/drawing/2014/main" id="{974FC731-DE61-4D1A-B275-AE477F8B74C0}"/>
              </a:ext>
            </a:extLst>
          </p:cNvPr>
          <p:cNvSpPr>
            <a:spLocks xmlns:a="http://schemas.openxmlformats.org/drawingml/2006/main" noGrp="1"/>
          </p:cNvSpPr>
          <p:nvPr/>
        </p:nvSpPr>
        <p:spPr>
          <a:xfrm xmlns:a="http://schemas.openxmlformats.org/drawingml/2006/main">
            <a:off x="5172075" y="4067175"/>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718299"/>
                </a:solidFill>
                <a:latin typeface="Arial"/>
                <a:ea typeface="Arial"/>
                <a:cs typeface="Arial"/>
              </a:defRPr>
            </a:defPPr>
            <a:lvl1pPr algn="ctr">
              <a:defRPr sz="825" b="0">
                <a:solidFill>
                  <a:srgbClr val="718299"/>
                </a:solidFill>
                <a:latin typeface="Arial"/>
                <a:ea typeface="Arial"/>
                <a:cs typeface="Arial"/>
              </a:defRPr>
            </a:lvl1pPr>
            <a:lvl2pPr algn="ctr">
              <a:defRPr sz="825" b="0">
                <a:solidFill>
                  <a:srgbClr val="718299"/>
                </a:solidFill>
                <a:latin typeface="Arial"/>
                <a:ea typeface="Arial"/>
                <a:cs typeface="Arial"/>
              </a:defRPr>
            </a:lvl2pPr>
            <a:lvl3pPr algn="ctr">
              <a:defRPr sz="825" b="0">
                <a:solidFill>
                  <a:srgbClr val="718299"/>
                </a:solidFill>
                <a:latin typeface="Arial"/>
                <a:ea typeface="Arial"/>
                <a:cs typeface="Arial"/>
              </a:defRPr>
            </a:lvl3pPr>
            <a:lvl4pPr algn="ctr">
              <a:defRPr sz="825" b="0">
                <a:solidFill>
                  <a:srgbClr val="718299"/>
                </a:solidFill>
                <a:latin typeface="Arial"/>
                <a:ea typeface="Arial"/>
                <a:cs typeface="Arial"/>
              </a:defRPr>
            </a:lvl4pPr>
            <a:lvl5pPr algn="ctr">
              <a:defRPr sz="825" b="0">
                <a:solidFill>
                  <a:srgbClr val="718299"/>
                </a:solidFill>
                <a:latin typeface="Arial"/>
                <a:ea typeface="Arial"/>
                <a:cs typeface="Arial"/>
              </a:defRPr>
            </a:lvl5pPr>
            <a:lvl6pPr algn="ctr">
              <a:defRPr sz="825" b="0">
                <a:solidFill>
                  <a:srgbClr val="718299"/>
                </a:solidFill>
                <a:latin typeface="Arial"/>
                <a:ea typeface="Arial"/>
                <a:cs typeface="Arial"/>
              </a:defRPr>
            </a:lvl6pPr>
            <a:lvl7pPr algn="ctr">
              <a:defRPr sz="825" b="0">
                <a:solidFill>
                  <a:srgbClr val="718299"/>
                </a:solidFill>
                <a:latin typeface="Arial"/>
                <a:ea typeface="Arial"/>
                <a:cs typeface="Arial"/>
              </a:defRPr>
            </a:lvl7pPr>
            <a:lvl8pPr algn="ctr">
              <a:defRPr sz="825" b="0">
                <a:solidFill>
                  <a:srgbClr val="718299"/>
                </a:solidFill>
                <a:latin typeface="Arial"/>
                <a:ea typeface="Arial"/>
                <a:cs typeface="Arial"/>
              </a:defRPr>
            </a:lvl8pPr>
            <a:lvl9pPr algn="ctr">
              <a:defRPr sz="825" b="0">
                <a:solidFill>
                  <a:srgbClr val="718299"/>
                </a:solidFill>
                <a:latin typeface="Arial"/>
                <a:ea typeface="Arial"/>
                <a:cs typeface="Arial"/>
              </a:defRPr>
            </a:lvl9pPr>
          </a:lstStyle>
          <a:p xmlns:a="http://schemas.openxmlformats.org/drawingml/2006/main">
            <a:pPr algn="ctr">
              <a:defRPr sz="825" b="0">
                <a:solidFill>
                  <a:srgbClr val="718299"/>
                </a:solidFill>
                <a:latin typeface="Arial"/>
                <a:ea typeface="Arial"/>
                <a:cs typeface="Arial"/>
              </a:defRPr>
            </a:pPr>
            <a:r>
              <a:rPr sz="825" b="0">
                <a:solidFill>
                  <a:srgbClr val="718299"/>
                </a:solidFill>
                <a:latin typeface="Arial"/>
                <a:ea typeface="Arial"/>
                <a:cs typeface="Arial"/>
              </a:rPr>
              <a:t>2016 to 2022  •  WinRM</a:t>
            </a:r>
          </a:p>
        </p:txBody>
      </p:sp>
      <p:sp>
        <p:nvSpPr>
          <p:cNvPr id="73" name="">
            <a:extLst xmlns:a="http://schemas.openxmlformats.org/drawingml/2006/main">
              <a:ext uri="{FF2B5EF4-FFF2-40B4-BE49-F238E27FC236}">
                <a16:creationId xmlns:a16="http://schemas.microsoft.com/office/drawing/2014/main" id="{9D752F02-85B4-4E1F-8653-0FE853D09573}"/>
              </a:ext>
            </a:extLst>
          </p:cNvPr>
          <p:cNvSpPr>
            <a:spLocks xmlns:a="http://schemas.openxmlformats.org/drawingml/2006/main" noGrp="1"/>
          </p:cNvSpPr>
          <p:nvPr/>
        </p:nvSpPr>
        <p:spPr>
          <a:xfrm xmlns:a="http://schemas.openxmlformats.org/drawingml/2006/main">
            <a:off x="6096000" y="3486150"/>
            <a:ext cx="0" cy="180975"/>
          </a:xfrm>
          <a:prstGeom xmlns:a="http://schemas.openxmlformats.org/drawingml/2006/main" prst="line">
            <a:avLst/>
          </a:prstGeom>
          <a:ln xmlns:a="http://schemas.openxmlformats.org/drawingml/2006/main" w="11430">
            <a:solidFill>
              <a:srgbClr val="88A9CA"/>
            </a:solidFill>
          </a:ln>
        </p:spPr>
      </p:sp>
      <p:sp>
        <p:nvSpPr>
          <p:cNvPr id="74" name="">
            <a:extLst xmlns:a="http://schemas.openxmlformats.org/drawingml/2006/main">
              <a:ext uri="{FF2B5EF4-FFF2-40B4-BE49-F238E27FC236}">
                <a16:creationId xmlns:a16="http://schemas.microsoft.com/office/drawing/2014/main" id="{551ECD11-BF61-48A7-A1AA-F2D0019A9BFB}"/>
              </a:ext>
            </a:extLst>
          </p:cNvPr>
          <p:cNvSpPr>
            <a:spLocks xmlns:a="http://schemas.openxmlformats.org/drawingml/2006/main" noGrp="1"/>
          </p:cNvSpPr>
          <p:nvPr/>
        </p:nvSpPr>
        <p:spPr>
          <a:xfrm xmlns:a="http://schemas.openxmlformats.org/drawingml/2006/main">
            <a:off x="7296150" y="3667125"/>
            <a:ext cx="20764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BED3EC"/>
            </a:solidFill>
          </a:ln>
        </p:spPr>
      </p:sp>
      <p:sp>
        <p:nvSpPr>
          <p:cNvPr id="75" name="">
            <a:extLst xmlns:a="http://schemas.openxmlformats.org/drawingml/2006/main">
              <a:ext uri="{FF2B5EF4-FFF2-40B4-BE49-F238E27FC236}">
                <a16:creationId xmlns:a16="http://schemas.microsoft.com/office/drawing/2014/main" id="{AA46A944-E995-4607-A109-6FCAB5547A01}"/>
              </a:ext>
            </a:extLst>
          </p:cNvPr>
          <p:cNvSpPr>
            <a:spLocks xmlns:a="http://schemas.openxmlformats.org/drawingml/2006/main" noGrp="1"/>
          </p:cNvSpPr>
          <p:nvPr/>
        </p:nvSpPr>
        <p:spPr>
          <a:xfrm xmlns:a="http://schemas.openxmlformats.org/drawingml/2006/main">
            <a:off x="7296150" y="3667125"/>
            <a:ext cx="76200" cy="647700"/>
          </a:xfrm>
          <a:prstGeom xmlns:a="http://schemas.openxmlformats.org/drawingml/2006/main" prst="rect">
            <a:avLst/>
          </a:prstGeom>
          <a:solidFill xmlns:a="http://schemas.openxmlformats.org/drawingml/2006/main">
            <a:srgbClr val="F38521"/>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D7CC5032-5584-4B7F-B08C-1531F394D369}"/>
              </a:ext>
            </a:extLst>
          </p:cNvPr>
          <p:cNvSpPr>
            <a:spLocks xmlns:a="http://schemas.openxmlformats.org/drawingml/2006/main" noGrp="1"/>
          </p:cNvSpPr>
          <p:nvPr/>
        </p:nvSpPr>
        <p:spPr>
          <a:xfrm xmlns:a="http://schemas.openxmlformats.org/drawingml/2006/main">
            <a:off x="7448550" y="3790950"/>
            <a:ext cx="1828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125" b="1">
                <a:solidFill>
                  <a:srgbClr val="112E51"/>
                </a:solidFill>
                <a:latin typeface="Arial"/>
                <a:ea typeface="Arial"/>
                <a:cs typeface="Arial"/>
              </a:defRPr>
            </a:defPPr>
            <a:lvl1pPr algn="ctr">
              <a:defRPr sz="1125" b="1">
                <a:solidFill>
                  <a:srgbClr val="112E51"/>
                </a:solidFill>
                <a:latin typeface="Arial"/>
                <a:ea typeface="Arial"/>
                <a:cs typeface="Arial"/>
              </a:defRPr>
            </a:lvl1pPr>
            <a:lvl2pPr algn="ctr">
              <a:defRPr sz="1125" b="1">
                <a:solidFill>
                  <a:srgbClr val="112E51"/>
                </a:solidFill>
                <a:latin typeface="Arial"/>
                <a:ea typeface="Arial"/>
                <a:cs typeface="Arial"/>
              </a:defRPr>
            </a:lvl2pPr>
            <a:lvl3pPr algn="ctr">
              <a:defRPr sz="1125" b="1">
                <a:solidFill>
                  <a:srgbClr val="112E51"/>
                </a:solidFill>
                <a:latin typeface="Arial"/>
                <a:ea typeface="Arial"/>
                <a:cs typeface="Arial"/>
              </a:defRPr>
            </a:lvl3pPr>
            <a:lvl4pPr algn="ctr">
              <a:defRPr sz="1125" b="1">
                <a:solidFill>
                  <a:srgbClr val="112E51"/>
                </a:solidFill>
                <a:latin typeface="Arial"/>
                <a:ea typeface="Arial"/>
                <a:cs typeface="Arial"/>
              </a:defRPr>
            </a:lvl4pPr>
            <a:lvl5pPr algn="ctr">
              <a:defRPr sz="1125" b="1">
                <a:solidFill>
                  <a:srgbClr val="112E51"/>
                </a:solidFill>
                <a:latin typeface="Arial"/>
                <a:ea typeface="Arial"/>
                <a:cs typeface="Arial"/>
              </a:defRPr>
            </a:lvl5pPr>
            <a:lvl6pPr algn="ctr">
              <a:defRPr sz="1125" b="1">
                <a:solidFill>
                  <a:srgbClr val="112E51"/>
                </a:solidFill>
                <a:latin typeface="Arial"/>
                <a:ea typeface="Arial"/>
                <a:cs typeface="Arial"/>
              </a:defRPr>
            </a:lvl6pPr>
            <a:lvl7pPr algn="ctr">
              <a:defRPr sz="1125" b="1">
                <a:solidFill>
                  <a:srgbClr val="112E51"/>
                </a:solidFill>
                <a:latin typeface="Arial"/>
                <a:ea typeface="Arial"/>
                <a:cs typeface="Arial"/>
              </a:defRPr>
            </a:lvl7pPr>
            <a:lvl8pPr algn="ctr">
              <a:defRPr sz="1125" b="1">
                <a:solidFill>
                  <a:srgbClr val="112E51"/>
                </a:solidFill>
                <a:latin typeface="Arial"/>
                <a:ea typeface="Arial"/>
                <a:cs typeface="Arial"/>
              </a:defRPr>
            </a:lvl8pPr>
            <a:lvl9pPr algn="ctr">
              <a:defRPr sz="1125" b="1">
                <a:solidFill>
                  <a:srgbClr val="112E51"/>
                </a:solidFill>
                <a:latin typeface="Arial"/>
                <a:ea typeface="Arial"/>
                <a:cs typeface="Arial"/>
              </a:defRPr>
            </a:lvl9pPr>
          </a:lstStyle>
          <a:p xmlns:a="http://schemas.openxmlformats.org/drawingml/2006/main">
            <a:pPr algn="ctr">
              <a:defRPr sz="1125" b="1">
                <a:solidFill>
                  <a:srgbClr val="112E51"/>
                </a:solidFill>
                <a:latin typeface="Arial"/>
                <a:ea typeface="Arial"/>
                <a:cs typeface="Arial"/>
              </a:defRPr>
            </a:pPr>
            <a:r>
              <a:rPr sz="1125" b="1">
                <a:solidFill>
                  <a:srgbClr val="112E51"/>
                </a:solidFill>
                <a:latin typeface="Arial"/>
                <a:ea typeface="Arial"/>
                <a:cs typeface="Arial"/>
              </a:rPr>
              <a:t>Recovery &amp; Media</a:t>
            </a:r>
          </a:p>
        </p:txBody>
      </p:sp>
      <p:sp>
        <p:nvSpPr>
          <p:cNvPr id="77" name="">
            <a:extLst xmlns:a="http://schemas.openxmlformats.org/drawingml/2006/main">
              <a:ext uri="{FF2B5EF4-FFF2-40B4-BE49-F238E27FC236}">
                <a16:creationId xmlns:a16="http://schemas.microsoft.com/office/drawing/2014/main" id="{70D85B69-17C5-410F-9C4B-5A408200FD99}"/>
              </a:ext>
            </a:extLst>
          </p:cNvPr>
          <p:cNvSpPr>
            <a:spLocks xmlns:a="http://schemas.openxmlformats.org/drawingml/2006/main" noGrp="1"/>
          </p:cNvSpPr>
          <p:nvPr/>
        </p:nvSpPr>
        <p:spPr>
          <a:xfrm xmlns:a="http://schemas.openxmlformats.org/drawingml/2006/main">
            <a:off x="7410450" y="4067175"/>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718299"/>
                </a:solidFill>
                <a:latin typeface="Arial"/>
                <a:ea typeface="Arial"/>
                <a:cs typeface="Arial"/>
              </a:defRPr>
            </a:defPPr>
            <a:lvl1pPr algn="ctr">
              <a:defRPr sz="825" b="0">
                <a:solidFill>
                  <a:srgbClr val="718299"/>
                </a:solidFill>
                <a:latin typeface="Arial"/>
                <a:ea typeface="Arial"/>
                <a:cs typeface="Arial"/>
              </a:defRPr>
            </a:lvl1pPr>
            <a:lvl2pPr algn="ctr">
              <a:defRPr sz="825" b="0">
                <a:solidFill>
                  <a:srgbClr val="718299"/>
                </a:solidFill>
                <a:latin typeface="Arial"/>
                <a:ea typeface="Arial"/>
                <a:cs typeface="Arial"/>
              </a:defRPr>
            </a:lvl2pPr>
            <a:lvl3pPr algn="ctr">
              <a:defRPr sz="825" b="0">
                <a:solidFill>
                  <a:srgbClr val="718299"/>
                </a:solidFill>
                <a:latin typeface="Arial"/>
                <a:ea typeface="Arial"/>
                <a:cs typeface="Arial"/>
              </a:defRPr>
            </a:lvl3pPr>
            <a:lvl4pPr algn="ctr">
              <a:defRPr sz="825" b="0">
                <a:solidFill>
                  <a:srgbClr val="718299"/>
                </a:solidFill>
                <a:latin typeface="Arial"/>
                <a:ea typeface="Arial"/>
                <a:cs typeface="Arial"/>
              </a:defRPr>
            </a:lvl4pPr>
            <a:lvl5pPr algn="ctr">
              <a:defRPr sz="825" b="0">
                <a:solidFill>
                  <a:srgbClr val="718299"/>
                </a:solidFill>
                <a:latin typeface="Arial"/>
                <a:ea typeface="Arial"/>
                <a:cs typeface="Arial"/>
              </a:defRPr>
            </a:lvl5pPr>
            <a:lvl6pPr algn="ctr">
              <a:defRPr sz="825" b="0">
                <a:solidFill>
                  <a:srgbClr val="718299"/>
                </a:solidFill>
                <a:latin typeface="Arial"/>
                <a:ea typeface="Arial"/>
                <a:cs typeface="Arial"/>
              </a:defRPr>
            </a:lvl6pPr>
            <a:lvl7pPr algn="ctr">
              <a:defRPr sz="825" b="0">
                <a:solidFill>
                  <a:srgbClr val="718299"/>
                </a:solidFill>
                <a:latin typeface="Arial"/>
                <a:ea typeface="Arial"/>
                <a:cs typeface="Arial"/>
              </a:defRPr>
            </a:lvl7pPr>
            <a:lvl8pPr algn="ctr">
              <a:defRPr sz="825" b="0">
                <a:solidFill>
                  <a:srgbClr val="718299"/>
                </a:solidFill>
                <a:latin typeface="Arial"/>
                <a:ea typeface="Arial"/>
                <a:cs typeface="Arial"/>
              </a:defRPr>
            </a:lvl8pPr>
            <a:lvl9pPr algn="ctr">
              <a:defRPr sz="825" b="0">
                <a:solidFill>
                  <a:srgbClr val="718299"/>
                </a:solidFill>
                <a:latin typeface="Arial"/>
                <a:ea typeface="Arial"/>
                <a:cs typeface="Arial"/>
              </a:defRPr>
            </a:lvl9pPr>
          </a:lstStyle>
          <a:p xmlns:a="http://schemas.openxmlformats.org/drawingml/2006/main">
            <a:pPr algn="ctr">
              <a:defRPr sz="825" b="0">
                <a:solidFill>
                  <a:srgbClr val="718299"/>
                </a:solidFill>
                <a:latin typeface="Arial"/>
                <a:ea typeface="Arial"/>
                <a:cs typeface="Arial"/>
              </a:defRPr>
            </a:pPr>
            <a:r>
              <a:rPr sz="825" b="0">
                <a:solidFill>
                  <a:srgbClr val="718299"/>
                </a:solidFill>
                <a:latin typeface="Arial"/>
                <a:ea typeface="Arial"/>
                <a:cs typeface="Arial"/>
              </a:rPr>
              <a:t>vCenter, backup, ISO / packages</a:t>
            </a:r>
          </a:p>
        </p:txBody>
      </p:sp>
      <p:sp>
        <p:nvSpPr>
          <p:cNvPr id="78" name="">
            <a:extLst xmlns:a="http://schemas.openxmlformats.org/drawingml/2006/main">
              <a:ext uri="{FF2B5EF4-FFF2-40B4-BE49-F238E27FC236}">
                <a16:creationId xmlns:a16="http://schemas.microsoft.com/office/drawing/2014/main" id="{A280FDD7-39F1-4DBF-AD2C-BEFDB5830B70}"/>
              </a:ext>
            </a:extLst>
          </p:cNvPr>
          <p:cNvSpPr>
            <a:spLocks xmlns:a="http://schemas.openxmlformats.org/drawingml/2006/main" noGrp="1"/>
          </p:cNvSpPr>
          <p:nvPr/>
        </p:nvSpPr>
        <p:spPr>
          <a:xfrm xmlns:a="http://schemas.openxmlformats.org/drawingml/2006/main">
            <a:off x="8334375" y="3486150"/>
            <a:ext cx="0" cy="180975"/>
          </a:xfrm>
          <a:prstGeom xmlns:a="http://schemas.openxmlformats.org/drawingml/2006/main" prst="line">
            <a:avLst/>
          </a:prstGeom>
          <a:ln xmlns:a="http://schemas.openxmlformats.org/drawingml/2006/main" w="11430">
            <a:solidFill>
              <a:srgbClr val="88A9CA"/>
            </a:solidFill>
          </a:ln>
        </p:spPr>
      </p:sp>
      <p:sp>
        <p:nvSpPr>
          <p:cNvPr id="79" name="">
            <a:extLst xmlns:a="http://schemas.openxmlformats.org/drawingml/2006/main">
              <a:ext uri="{FF2B5EF4-FFF2-40B4-BE49-F238E27FC236}">
                <a16:creationId xmlns:a16="http://schemas.microsoft.com/office/drawing/2014/main" id="{9D808365-0A9E-4994-A4D3-32761316EAEE}"/>
              </a:ext>
            </a:extLst>
          </p:cNvPr>
          <p:cNvSpPr>
            <a:spLocks xmlns:a="http://schemas.openxmlformats.org/drawingml/2006/main" noGrp="1"/>
          </p:cNvSpPr>
          <p:nvPr/>
        </p:nvSpPr>
        <p:spPr>
          <a:xfrm xmlns:a="http://schemas.openxmlformats.org/drawingml/2006/main">
            <a:off x="9534525" y="3667125"/>
            <a:ext cx="207645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BED3EC"/>
            </a:solidFill>
          </a:ln>
        </p:spPr>
      </p:sp>
      <p:sp>
        <p:nvSpPr>
          <p:cNvPr id="80" name="">
            <a:extLst xmlns:a="http://schemas.openxmlformats.org/drawingml/2006/main">
              <a:ext uri="{FF2B5EF4-FFF2-40B4-BE49-F238E27FC236}">
                <a16:creationId xmlns:a16="http://schemas.microsoft.com/office/drawing/2014/main" id="{B7156D3E-8FF4-41D0-856B-6359181A35F2}"/>
              </a:ext>
            </a:extLst>
          </p:cNvPr>
          <p:cNvSpPr>
            <a:spLocks xmlns:a="http://schemas.openxmlformats.org/drawingml/2006/main" noGrp="1"/>
          </p:cNvSpPr>
          <p:nvPr/>
        </p:nvSpPr>
        <p:spPr>
          <a:xfrm xmlns:a="http://schemas.openxmlformats.org/drawingml/2006/main">
            <a:off x="9534525" y="3667125"/>
            <a:ext cx="76200" cy="647700"/>
          </a:xfrm>
          <a:prstGeom xmlns:a="http://schemas.openxmlformats.org/drawingml/2006/main" prst="rect">
            <a:avLst/>
          </a:prstGeom>
          <a:solidFill xmlns:a="http://schemas.openxmlformats.org/drawingml/2006/main">
            <a:srgbClr val="307CC5"/>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FD484E95-331D-4120-B73E-D7173E7B72DA}"/>
              </a:ext>
            </a:extLst>
          </p:cNvPr>
          <p:cNvSpPr>
            <a:spLocks xmlns:a="http://schemas.openxmlformats.org/drawingml/2006/main" noGrp="1"/>
          </p:cNvSpPr>
          <p:nvPr/>
        </p:nvSpPr>
        <p:spPr>
          <a:xfrm xmlns:a="http://schemas.openxmlformats.org/drawingml/2006/main">
            <a:off x="9686925" y="3790950"/>
            <a:ext cx="1828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125" b="1">
                <a:solidFill>
                  <a:srgbClr val="112E51"/>
                </a:solidFill>
                <a:latin typeface="Arial"/>
                <a:ea typeface="Arial"/>
                <a:cs typeface="Arial"/>
              </a:defRPr>
            </a:defPPr>
            <a:lvl1pPr algn="ctr">
              <a:defRPr sz="1125" b="1">
                <a:solidFill>
                  <a:srgbClr val="112E51"/>
                </a:solidFill>
                <a:latin typeface="Arial"/>
                <a:ea typeface="Arial"/>
                <a:cs typeface="Arial"/>
              </a:defRPr>
            </a:lvl1pPr>
            <a:lvl2pPr algn="ctr">
              <a:defRPr sz="1125" b="1">
                <a:solidFill>
                  <a:srgbClr val="112E51"/>
                </a:solidFill>
                <a:latin typeface="Arial"/>
                <a:ea typeface="Arial"/>
                <a:cs typeface="Arial"/>
              </a:defRPr>
            </a:lvl2pPr>
            <a:lvl3pPr algn="ctr">
              <a:defRPr sz="1125" b="1">
                <a:solidFill>
                  <a:srgbClr val="112E51"/>
                </a:solidFill>
                <a:latin typeface="Arial"/>
                <a:ea typeface="Arial"/>
                <a:cs typeface="Arial"/>
              </a:defRPr>
            </a:lvl3pPr>
            <a:lvl4pPr algn="ctr">
              <a:defRPr sz="1125" b="1">
                <a:solidFill>
                  <a:srgbClr val="112E51"/>
                </a:solidFill>
                <a:latin typeface="Arial"/>
                <a:ea typeface="Arial"/>
                <a:cs typeface="Arial"/>
              </a:defRPr>
            </a:lvl4pPr>
            <a:lvl5pPr algn="ctr">
              <a:defRPr sz="1125" b="1">
                <a:solidFill>
                  <a:srgbClr val="112E51"/>
                </a:solidFill>
                <a:latin typeface="Arial"/>
                <a:ea typeface="Arial"/>
                <a:cs typeface="Arial"/>
              </a:defRPr>
            </a:lvl5pPr>
            <a:lvl6pPr algn="ctr">
              <a:defRPr sz="1125" b="1">
                <a:solidFill>
                  <a:srgbClr val="112E51"/>
                </a:solidFill>
                <a:latin typeface="Arial"/>
                <a:ea typeface="Arial"/>
                <a:cs typeface="Arial"/>
              </a:defRPr>
            </a:lvl6pPr>
            <a:lvl7pPr algn="ctr">
              <a:defRPr sz="1125" b="1">
                <a:solidFill>
                  <a:srgbClr val="112E51"/>
                </a:solidFill>
                <a:latin typeface="Arial"/>
                <a:ea typeface="Arial"/>
                <a:cs typeface="Arial"/>
              </a:defRPr>
            </a:lvl7pPr>
            <a:lvl8pPr algn="ctr">
              <a:defRPr sz="1125" b="1">
                <a:solidFill>
                  <a:srgbClr val="112E51"/>
                </a:solidFill>
                <a:latin typeface="Arial"/>
                <a:ea typeface="Arial"/>
                <a:cs typeface="Arial"/>
              </a:defRPr>
            </a:lvl8pPr>
            <a:lvl9pPr algn="ctr">
              <a:defRPr sz="1125" b="1">
                <a:solidFill>
                  <a:srgbClr val="112E51"/>
                </a:solidFill>
                <a:latin typeface="Arial"/>
                <a:ea typeface="Arial"/>
                <a:cs typeface="Arial"/>
              </a:defRPr>
            </a:lvl9pPr>
          </a:lstStyle>
          <a:p xmlns:a="http://schemas.openxmlformats.org/drawingml/2006/main">
            <a:pPr algn="ctr">
              <a:defRPr sz="1125" b="1">
                <a:solidFill>
                  <a:srgbClr val="112E51"/>
                </a:solidFill>
                <a:latin typeface="Arial"/>
                <a:ea typeface="Arial"/>
                <a:cs typeface="Arial"/>
              </a:defRPr>
            </a:pPr>
            <a:r>
              <a:rPr sz="1125" b="1">
                <a:solidFill>
                  <a:srgbClr val="112E51"/>
                </a:solidFill>
                <a:latin typeface="Arial"/>
                <a:ea typeface="Arial"/>
                <a:cs typeface="Arial"/>
              </a:rPr>
              <a:t>Health &amp; Evidence</a:t>
            </a:r>
          </a:p>
        </p:txBody>
      </p:sp>
      <p:sp>
        <p:nvSpPr>
          <p:cNvPr id="82" name="">
            <a:extLst xmlns:a="http://schemas.openxmlformats.org/drawingml/2006/main">
              <a:ext uri="{FF2B5EF4-FFF2-40B4-BE49-F238E27FC236}">
                <a16:creationId xmlns:a16="http://schemas.microsoft.com/office/drawing/2014/main" id="{58F53003-DA1B-44C1-9903-9E531FE01FDA}"/>
              </a:ext>
            </a:extLst>
          </p:cNvPr>
          <p:cNvSpPr>
            <a:spLocks xmlns:a="http://schemas.openxmlformats.org/drawingml/2006/main" noGrp="1"/>
          </p:cNvSpPr>
          <p:nvPr/>
        </p:nvSpPr>
        <p:spPr>
          <a:xfrm xmlns:a="http://schemas.openxmlformats.org/drawingml/2006/main">
            <a:off x="9648825" y="4067175"/>
            <a:ext cx="1885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718299"/>
                </a:solidFill>
                <a:latin typeface="Arial"/>
                <a:ea typeface="Arial"/>
                <a:cs typeface="Arial"/>
              </a:defRPr>
            </a:defPPr>
            <a:lvl1pPr algn="ctr">
              <a:defRPr sz="825" b="0">
                <a:solidFill>
                  <a:srgbClr val="718299"/>
                </a:solidFill>
                <a:latin typeface="Arial"/>
                <a:ea typeface="Arial"/>
                <a:cs typeface="Arial"/>
              </a:defRPr>
            </a:lvl1pPr>
            <a:lvl2pPr algn="ctr">
              <a:defRPr sz="825" b="0">
                <a:solidFill>
                  <a:srgbClr val="718299"/>
                </a:solidFill>
                <a:latin typeface="Arial"/>
                <a:ea typeface="Arial"/>
                <a:cs typeface="Arial"/>
              </a:defRPr>
            </a:lvl2pPr>
            <a:lvl3pPr algn="ctr">
              <a:defRPr sz="825" b="0">
                <a:solidFill>
                  <a:srgbClr val="718299"/>
                </a:solidFill>
                <a:latin typeface="Arial"/>
                <a:ea typeface="Arial"/>
                <a:cs typeface="Arial"/>
              </a:defRPr>
            </a:lvl3pPr>
            <a:lvl4pPr algn="ctr">
              <a:defRPr sz="825" b="0">
                <a:solidFill>
                  <a:srgbClr val="718299"/>
                </a:solidFill>
                <a:latin typeface="Arial"/>
                <a:ea typeface="Arial"/>
                <a:cs typeface="Arial"/>
              </a:defRPr>
            </a:lvl4pPr>
            <a:lvl5pPr algn="ctr">
              <a:defRPr sz="825" b="0">
                <a:solidFill>
                  <a:srgbClr val="718299"/>
                </a:solidFill>
                <a:latin typeface="Arial"/>
                <a:ea typeface="Arial"/>
                <a:cs typeface="Arial"/>
              </a:defRPr>
            </a:lvl5pPr>
            <a:lvl6pPr algn="ctr">
              <a:defRPr sz="825" b="0">
                <a:solidFill>
                  <a:srgbClr val="718299"/>
                </a:solidFill>
                <a:latin typeface="Arial"/>
                <a:ea typeface="Arial"/>
                <a:cs typeface="Arial"/>
              </a:defRPr>
            </a:lvl6pPr>
            <a:lvl7pPr algn="ctr">
              <a:defRPr sz="825" b="0">
                <a:solidFill>
                  <a:srgbClr val="718299"/>
                </a:solidFill>
                <a:latin typeface="Arial"/>
                <a:ea typeface="Arial"/>
                <a:cs typeface="Arial"/>
              </a:defRPr>
            </a:lvl7pPr>
            <a:lvl8pPr algn="ctr">
              <a:defRPr sz="825" b="0">
                <a:solidFill>
                  <a:srgbClr val="718299"/>
                </a:solidFill>
                <a:latin typeface="Arial"/>
                <a:ea typeface="Arial"/>
                <a:cs typeface="Arial"/>
              </a:defRPr>
            </a:lvl8pPr>
            <a:lvl9pPr algn="ctr">
              <a:defRPr sz="825" b="0">
                <a:solidFill>
                  <a:srgbClr val="718299"/>
                </a:solidFill>
                <a:latin typeface="Arial"/>
                <a:ea typeface="Arial"/>
                <a:cs typeface="Arial"/>
              </a:defRPr>
            </a:lvl9pPr>
          </a:lstStyle>
          <a:p xmlns:a="http://schemas.openxmlformats.org/drawingml/2006/main">
            <a:pPr algn="ctr">
              <a:defRPr sz="825" b="0">
                <a:solidFill>
                  <a:srgbClr val="718299"/>
                </a:solidFill>
                <a:latin typeface="Arial"/>
                <a:ea typeface="Arial"/>
                <a:cs typeface="Arial"/>
              </a:defRPr>
            </a:pPr>
            <a:r>
              <a:rPr sz="825" b="0">
                <a:solidFill>
                  <a:srgbClr val="718299"/>
                </a:solidFill>
                <a:latin typeface="Arial"/>
                <a:ea typeface="Arial"/>
                <a:cs typeface="Arial"/>
              </a:rPr>
              <a:t>Tenable, monitoring, run logs</a:t>
            </a:r>
          </a:p>
        </p:txBody>
      </p:sp>
      <p:sp>
        <p:nvSpPr>
          <p:cNvPr id="83" name="">
            <a:extLst xmlns:a="http://schemas.openxmlformats.org/drawingml/2006/main">
              <a:ext uri="{FF2B5EF4-FFF2-40B4-BE49-F238E27FC236}">
                <a16:creationId xmlns:a16="http://schemas.microsoft.com/office/drawing/2014/main" id="{E02C8B02-E44A-4B77-BE1C-4526B62300F2}"/>
              </a:ext>
            </a:extLst>
          </p:cNvPr>
          <p:cNvSpPr>
            <a:spLocks xmlns:a="http://schemas.openxmlformats.org/drawingml/2006/main" noGrp="1"/>
          </p:cNvSpPr>
          <p:nvPr/>
        </p:nvSpPr>
        <p:spPr>
          <a:xfrm xmlns:a="http://schemas.openxmlformats.org/drawingml/2006/main">
            <a:off x="10572750" y="3486150"/>
            <a:ext cx="0" cy="180975"/>
          </a:xfrm>
          <a:prstGeom xmlns:a="http://schemas.openxmlformats.org/drawingml/2006/main" prst="line">
            <a:avLst/>
          </a:prstGeom>
          <a:ln xmlns:a="http://schemas.openxmlformats.org/drawingml/2006/main" w="11430">
            <a:solidFill>
              <a:srgbClr val="88A9CA"/>
            </a:solidFill>
          </a:ln>
        </p:spPr>
      </p:sp>
      <p:sp>
        <p:nvSpPr>
          <p:cNvPr id="84" name="">
            <a:extLst xmlns:a="http://schemas.openxmlformats.org/drawingml/2006/main">
              <a:ext uri="{FF2B5EF4-FFF2-40B4-BE49-F238E27FC236}">
                <a16:creationId xmlns:a16="http://schemas.microsoft.com/office/drawing/2014/main" id="{A7838431-E1E9-43C5-989E-DC3F4B584EFF}"/>
              </a:ext>
            </a:extLst>
          </p:cNvPr>
          <p:cNvSpPr>
            <a:spLocks xmlns:a="http://schemas.openxmlformats.org/drawingml/2006/main" noGrp="1"/>
          </p:cNvSpPr>
          <p:nvPr/>
        </p:nvSpPr>
        <p:spPr>
          <a:xfrm xmlns:a="http://schemas.openxmlformats.org/drawingml/2006/main">
            <a:off x="523875" y="4619625"/>
            <a:ext cx="11077575" cy="962025"/>
          </a:xfrm>
          <a:prstGeom xmlns:a="http://schemas.openxmlformats.org/drawingml/2006/main" prst="roundRect">
            <a:avLst>
              <a:gd name="adj" fmla="val 7921"/>
            </a:avLst>
          </a:prstGeom>
          <a:solidFill xmlns:a="http://schemas.openxmlformats.org/drawingml/2006/main">
            <a:srgbClr val="112E51"/>
          </a:solidFill>
          <a:ln xmlns:a="http://schemas.openxmlformats.org/drawingml/2006/main" w="9525">
            <a:solidFill>
              <a:srgbClr val="112E51"/>
            </a:solidFill>
          </a:ln>
        </p:spPr>
      </p:sp>
      <p:sp>
        <p:nvSpPr>
          <p:cNvPr id="85" name="">
            <a:extLst xmlns:a="http://schemas.openxmlformats.org/drawingml/2006/main">
              <a:ext uri="{FF2B5EF4-FFF2-40B4-BE49-F238E27FC236}">
                <a16:creationId xmlns:a16="http://schemas.microsoft.com/office/drawing/2014/main" id="{34F9F667-F1BA-4B07-943F-FC2CC4A96BEB}"/>
              </a:ext>
            </a:extLst>
          </p:cNvPr>
          <p:cNvSpPr>
            <a:spLocks xmlns:a="http://schemas.openxmlformats.org/drawingml/2006/main" noGrp="1"/>
          </p:cNvSpPr>
          <p:nvPr/>
        </p:nvSpPr>
        <p:spPr>
          <a:xfrm xmlns:a="http://schemas.openxmlformats.org/drawingml/2006/main">
            <a:off x="752475" y="4876800"/>
            <a:ext cx="1876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1">
                <a:solidFill>
                  <a:srgbClr val="B8CFE7"/>
                </a:solidFill>
                <a:latin typeface="Arial"/>
                <a:ea typeface="Arial"/>
                <a:cs typeface="Arial"/>
              </a:defRPr>
            </a:defPPr>
            <a:lvl1pPr>
              <a:defRPr sz="975" b="1">
                <a:solidFill>
                  <a:srgbClr val="B8CFE7"/>
                </a:solidFill>
                <a:latin typeface="Arial"/>
                <a:ea typeface="Arial"/>
                <a:cs typeface="Arial"/>
              </a:defRPr>
            </a:lvl1pPr>
            <a:lvl2pPr>
              <a:defRPr sz="975" b="1">
                <a:solidFill>
                  <a:srgbClr val="B8CFE7"/>
                </a:solidFill>
                <a:latin typeface="Arial"/>
                <a:ea typeface="Arial"/>
                <a:cs typeface="Arial"/>
              </a:defRPr>
            </a:lvl2pPr>
            <a:lvl3pPr>
              <a:defRPr sz="975" b="1">
                <a:solidFill>
                  <a:srgbClr val="B8CFE7"/>
                </a:solidFill>
                <a:latin typeface="Arial"/>
                <a:ea typeface="Arial"/>
                <a:cs typeface="Arial"/>
              </a:defRPr>
            </a:lvl3pPr>
            <a:lvl4pPr>
              <a:defRPr sz="975" b="1">
                <a:solidFill>
                  <a:srgbClr val="B8CFE7"/>
                </a:solidFill>
                <a:latin typeface="Arial"/>
                <a:ea typeface="Arial"/>
                <a:cs typeface="Arial"/>
              </a:defRPr>
            </a:lvl4pPr>
            <a:lvl5pPr>
              <a:defRPr sz="975" b="1">
                <a:solidFill>
                  <a:srgbClr val="B8CFE7"/>
                </a:solidFill>
                <a:latin typeface="Arial"/>
                <a:ea typeface="Arial"/>
                <a:cs typeface="Arial"/>
              </a:defRPr>
            </a:lvl5pPr>
            <a:lvl6pPr>
              <a:defRPr sz="975" b="1">
                <a:solidFill>
                  <a:srgbClr val="B8CFE7"/>
                </a:solidFill>
                <a:latin typeface="Arial"/>
                <a:ea typeface="Arial"/>
                <a:cs typeface="Arial"/>
              </a:defRPr>
            </a:lvl6pPr>
            <a:lvl7pPr>
              <a:defRPr sz="975" b="1">
                <a:solidFill>
                  <a:srgbClr val="B8CFE7"/>
                </a:solidFill>
                <a:latin typeface="Arial"/>
                <a:ea typeface="Arial"/>
                <a:cs typeface="Arial"/>
              </a:defRPr>
            </a:lvl7pPr>
            <a:lvl8pPr>
              <a:defRPr sz="975" b="1">
                <a:solidFill>
                  <a:srgbClr val="B8CFE7"/>
                </a:solidFill>
                <a:latin typeface="Arial"/>
                <a:ea typeface="Arial"/>
                <a:cs typeface="Arial"/>
              </a:defRPr>
            </a:lvl8pPr>
            <a:lvl9pPr>
              <a:defRPr sz="975" b="1">
                <a:solidFill>
                  <a:srgbClr val="B8CFE7"/>
                </a:solidFill>
                <a:latin typeface="Arial"/>
                <a:ea typeface="Arial"/>
                <a:cs typeface="Arial"/>
              </a:defRPr>
            </a:lvl9pPr>
          </a:lstStyle>
          <a:p xmlns:a="http://schemas.openxmlformats.org/drawingml/2006/main">
            <a:pPr>
              <a:defRPr sz="975" b="1">
                <a:solidFill>
                  <a:srgbClr val="B8CFE7"/>
                </a:solidFill>
                <a:latin typeface="Arial"/>
                <a:ea typeface="Arial"/>
                <a:cs typeface="Arial"/>
              </a:defRPr>
            </a:pPr>
            <a:r>
              <a:rPr sz="975" b="1">
                <a:solidFill>
                  <a:srgbClr val="B8CFE7"/>
                </a:solidFill>
                <a:latin typeface="Arial"/>
                <a:ea typeface="Arial"/>
                <a:cs typeface="Arial"/>
              </a:rPr>
              <a:t>TRUST &amp; CONTROL PLANE</a:t>
            </a:r>
          </a:p>
        </p:txBody>
      </p:sp>
      <p:sp>
        <p:nvSpPr>
          <p:cNvPr id="86" name="">
            <a:extLst xmlns:a="http://schemas.openxmlformats.org/drawingml/2006/main">
              <a:ext uri="{FF2B5EF4-FFF2-40B4-BE49-F238E27FC236}">
                <a16:creationId xmlns:a16="http://schemas.microsoft.com/office/drawing/2014/main" id="{79796A35-2F1E-4701-B3E7-51549D0719A4}"/>
              </a:ext>
            </a:extLst>
          </p:cNvPr>
          <p:cNvSpPr>
            <a:spLocks xmlns:a="http://schemas.openxmlformats.org/drawingml/2006/main" noGrp="1"/>
          </p:cNvSpPr>
          <p:nvPr/>
        </p:nvSpPr>
        <p:spPr>
          <a:xfrm xmlns:a="http://schemas.openxmlformats.org/drawingml/2006/main">
            <a:off x="2686050" y="4810125"/>
            <a:ext cx="1552575" cy="409575"/>
          </a:xfrm>
          <a:prstGeom xmlns:a="http://schemas.openxmlformats.org/drawingml/2006/main" prst="roundRect">
            <a:avLst>
              <a:gd name="adj" fmla="val 18605"/>
            </a:avLst>
          </a:prstGeom>
          <a:solidFill xmlns:a="http://schemas.openxmlformats.org/drawingml/2006/main">
            <a:srgbClr val="284E74"/>
          </a:solidFill>
          <a:ln xmlns:a="http://schemas.openxmlformats.org/drawingml/2006/main" w="9525">
            <a:solidFill>
              <a:srgbClr val="53799B"/>
            </a:solidFill>
          </a:ln>
        </p:spPr>
      </p:sp>
      <p:sp>
        <p:nvSpPr>
          <p:cNvPr id="87" name="">
            <a:extLst xmlns:a="http://schemas.openxmlformats.org/drawingml/2006/main">
              <a:ext uri="{FF2B5EF4-FFF2-40B4-BE49-F238E27FC236}">
                <a16:creationId xmlns:a16="http://schemas.microsoft.com/office/drawing/2014/main" id="{DC75A49B-C796-4238-82A2-B04103C699E8}"/>
              </a:ext>
            </a:extLst>
          </p:cNvPr>
          <p:cNvSpPr>
            <a:spLocks xmlns:a="http://schemas.openxmlformats.org/drawingml/2006/main" noGrp="1"/>
          </p:cNvSpPr>
          <p:nvPr/>
        </p:nvSpPr>
        <p:spPr>
          <a:xfrm xmlns:a="http://schemas.openxmlformats.org/drawingml/2006/main">
            <a:off x="2743200" y="4886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Identity &amp; Access</a:t>
            </a:r>
          </a:p>
        </p:txBody>
      </p:sp>
      <p:sp>
        <p:nvSpPr>
          <p:cNvPr id="88" name="">
            <a:extLst xmlns:a="http://schemas.openxmlformats.org/drawingml/2006/main">
              <a:ext uri="{FF2B5EF4-FFF2-40B4-BE49-F238E27FC236}">
                <a16:creationId xmlns:a16="http://schemas.microsoft.com/office/drawing/2014/main" id="{3CAA53AC-83F3-418A-9EAC-1C75F714A3F6}"/>
              </a:ext>
            </a:extLst>
          </p:cNvPr>
          <p:cNvSpPr>
            <a:spLocks xmlns:a="http://schemas.openxmlformats.org/drawingml/2006/main" noGrp="1"/>
          </p:cNvSpPr>
          <p:nvPr/>
        </p:nvSpPr>
        <p:spPr>
          <a:xfrm xmlns:a="http://schemas.openxmlformats.org/drawingml/2006/main">
            <a:off x="4410075" y="4810125"/>
            <a:ext cx="1552575" cy="409575"/>
          </a:xfrm>
          <a:prstGeom xmlns:a="http://schemas.openxmlformats.org/drawingml/2006/main" prst="roundRect">
            <a:avLst>
              <a:gd name="adj" fmla="val 18605"/>
            </a:avLst>
          </a:prstGeom>
          <a:solidFill xmlns:a="http://schemas.openxmlformats.org/drawingml/2006/main">
            <a:srgbClr val="284E74"/>
          </a:solidFill>
          <a:ln xmlns:a="http://schemas.openxmlformats.org/drawingml/2006/main" w="9525">
            <a:solidFill>
              <a:srgbClr val="53799B"/>
            </a:solidFill>
          </a:ln>
        </p:spPr>
      </p:sp>
      <p:sp>
        <p:nvSpPr>
          <p:cNvPr id="89" name="">
            <a:extLst xmlns:a="http://schemas.openxmlformats.org/drawingml/2006/main">
              <a:ext uri="{FF2B5EF4-FFF2-40B4-BE49-F238E27FC236}">
                <a16:creationId xmlns:a16="http://schemas.microsoft.com/office/drawing/2014/main" id="{5FCB9E82-26C9-43F5-BF7C-887ED52B2035}"/>
              </a:ext>
            </a:extLst>
          </p:cNvPr>
          <p:cNvSpPr>
            <a:spLocks xmlns:a="http://schemas.openxmlformats.org/drawingml/2006/main" noGrp="1"/>
          </p:cNvSpPr>
          <p:nvPr/>
        </p:nvSpPr>
        <p:spPr>
          <a:xfrm xmlns:a="http://schemas.openxmlformats.org/drawingml/2006/main">
            <a:off x="4467225" y="4886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Security Guardrails</a:t>
            </a:r>
          </a:p>
        </p:txBody>
      </p:sp>
      <p:sp>
        <p:nvSpPr>
          <p:cNvPr id="90" name="">
            <a:extLst xmlns:a="http://schemas.openxmlformats.org/drawingml/2006/main">
              <a:ext uri="{FF2B5EF4-FFF2-40B4-BE49-F238E27FC236}">
                <a16:creationId xmlns:a16="http://schemas.microsoft.com/office/drawing/2014/main" id="{FC8BA9D8-91B7-4F20-B68E-FB31EA04D871}"/>
              </a:ext>
            </a:extLst>
          </p:cNvPr>
          <p:cNvSpPr>
            <a:spLocks xmlns:a="http://schemas.openxmlformats.org/drawingml/2006/main" noGrp="1"/>
          </p:cNvSpPr>
          <p:nvPr/>
        </p:nvSpPr>
        <p:spPr>
          <a:xfrm xmlns:a="http://schemas.openxmlformats.org/drawingml/2006/main">
            <a:off x="6134100" y="4810125"/>
            <a:ext cx="1552575" cy="409575"/>
          </a:xfrm>
          <a:prstGeom xmlns:a="http://schemas.openxmlformats.org/drawingml/2006/main" prst="roundRect">
            <a:avLst>
              <a:gd name="adj" fmla="val 18605"/>
            </a:avLst>
          </a:prstGeom>
          <a:solidFill xmlns:a="http://schemas.openxmlformats.org/drawingml/2006/main">
            <a:srgbClr val="284E74"/>
          </a:solidFill>
          <a:ln xmlns:a="http://schemas.openxmlformats.org/drawingml/2006/main" w="9525">
            <a:solidFill>
              <a:srgbClr val="53799B"/>
            </a:solidFill>
          </a:ln>
        </p:spPr>
      </p:sp>
      <p:sp>
        <p:nvSpPr>
          <p:cNvPr id="91" name="">
            <a:extLst xmlns:a="http://schemas.openxmlformats.org/drawingml/2006/main">
              <a:ext uri="{FF2B5EF4-FFF2-40B4-BE49-F238E27FC236}">
                <a16:creationId xmlns:a16="http://schemas.microsoft.com/office/drawing/2014/main" id="{F5C59B73-A8DB-444D-B913-F02006A415D3}"/>
              </a:ext>
            </a:extLst>
          </p:cNvPr>
          <p:cNvSpPr>
            <a:spLocks xmlns:a="http://schemas.openxmlformats.org/drawingml/2006/main" noGrp="1"/>
          </p:cNvSpPr>
          <p:nvPr/>
        </p:nvSpPr>
        <p:spPr>
          <a:xfrm xmlns:a="http://schemas.openxmlformats.org/drawingml/2006/main">
            <a:off x="6191250" y="4886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Audit &amp; Traceability</a:t>
            </a:r>
          </a:p>
        </p:txBody>
      </p:sp>
      <p:sp>
        <p:nvSpPr>
          <p:cNvPr id="92" name="">
            <a:extLst xmlns:a="http://schemas.openxmlformats.org/drawingml/2006/main">
              <a:ext uri="{FF2B5EF4-FFF2-40B4-BE49-F238E27FC236}">
                <a16:creationId xmlns:a16="http://schemas.microsoft.com/office/drawing/2014/main" id="{BAA0B715-7275-4167-B2FC-3DB1C7C1A83B}"/>
              </a:ext>
            </a:extLst>
          </p:cNvPr>
          <p:cNvSpPr>
            <a:spLocks xmlns:a="http://schemas.openxmlformats.org/drawingml/2006/main" noGrp="1"/>
          </p:cNvSpPr>
          <p:nvPr/>
        </p:nvSpPr>
        <p:spPr>
          <a:xfrm xmlns:a="http://schemas.openxmlformats.org/drawingml/2006/main">
            <a:off x="7858125" y="4810125"/>
            <a:ext cx="1552575" cy="409575"/>
          </a:xfrm>
          <a:prstGeom xmlns:a="http://schemas.openxmlformats.org/drawingml/2006/main" prst="roundRect">
            <a:avLst>
              <a:gd name="adj" fmla="val 18605"/>
            </a:avLst>
          </a:prstGeom>
          <a:solidFill xmlns:a="http://schemas.openxmlformats.org/drawingml/2006/main">
            <a:srgbClr val="284E74"/>
          </a:solidFill>
          <a:ln xmlns:a="http://schemas.openxmlformats.org/drawingml/2006/main" w="9525">
            <a:solidFill>
              <a:srgbClr val="53799B"/>
            </a:solidFill>
          </a:ln>
        </p:spPr>
      </p:sp>
      <p:sp>
        <p:nvSpPr>
          <p:cNvPr id="93" name="">
            <a:extLst xmlns:a="http://schemas.openxmlformats.org/drawingml/2006/main">
              <a:ext uri="{FF2B5EF4-FFF2-40B4-BE49-F238E27FC236}">
                <a16:creationId xmlns:a16="http://schemas.microsoft.com/office/drawing/2014/main" id="{94511109-BA98-47B2-9123-1D1590DCD349}"/>
              </a:ext>
            </a:extLst>
          </p:cNvPr>
          <p:cNvSpPr>
            <a:spLocks xmlns:a="http://schemas.openxmlformats.org/drawingml/2006/main" noGrp="1"/>
          </p:cNvSpPr>
          <p:nvPr/>
        </p:nvSpPr>
        <p:spPr>
          <a:xfrm xmlns:a="http://schemas.openxmlformats.org/drawingml/2006/main">
            <a:off x="7915275" y="4886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Human Approval</a:t>
            </a:r>
          </a:p>
        </p:txBody>
      </p:sp>
      <p:sp>
        <p:nvSpPr>
          <p:cNvPr id="94" name="">
            <a:extLst xmlns:a="http://schemas.openxmlformats.org/drawingml/2006/main">
              <a:ext uri="{FF2B5EF4-FFF2-40B4-BE49-F238E27FC236}">
                <a16:creationId xmlns:a16="http://schemas.microsoft.com/office/drawing/2014/main" id="{F4811BCC-00A5-4F5E-B5DC-722AD13CFA81}"/>
              </a:ext>
            </a:extLst>
          </p:cNvPr>
          <p:cNvSpPr>
            <a:spLocks xmlns:a="http://schemas.openxmlformats.org/drawingml/2006/main" noGrp="1"/>
          </p:cNvSpPr>
          <p:nvPr/>
        </p:nvSpPr>
        <p:spPr>
          <a:xfrm xmlns:a="http://schemas.openxmlformats.org/drawingml/2006/main">
            <a:off x="9582150" y="4810125"/>
            <a:ext cx="1552575" cy="409575"/>
          </a:xfrm>
          <a:prstGeom xmlns:a="http://schemas.openxmlformats.org/drawingml/2006/main" prst="roundRect">
            <a:avLst>
              <a:gd name="adj" fmla="val 18605"/>
            </a:avLst>
          </a:prstGeom>
          <a:solidFill xmlns:a="http://schemas.openxmlformats.org/drawingml/2006/main">
            <a:srgbClr val="284E74"/>
          </a:solidFill>
          <a:ln xmlns:a="http://schemas.openxmlformats.org/drawingml/2006/main" w="9525">
            <a:solidFill>
              <a:srgbClr val="53799B"/>
            </a:solidFill>
          </a:ln>
        </p:spPr>
      </p:sp>
      <p:sp>
        <p:nvSpPr>
          <p:cNvPr id="95" name="">
            <a:extLst xmlns:a="http://schemas.openxmlformats.org/drawingml/2006/main">
              <a:ext uri="{FF2B5EF4-FFF2-40B4-BE49-F238E27FC236}">
                <a16:creationId xmlns:a16="http://schemas.microsoft.com/office/drawing/2014/main" id="{B4B6C2D9-59DC-4F31-90CC-077ECF7E0552}"/>
              </a:ext>
            </a:extLst>
          </p:cNvPr>
          <p:cNvSpPr>
            <a:spLocks xmlns:a="http://schemas.openxmlformats.org/drawingml/2006/main" noGrp="1"/>
          </p:cNvSpPr>
          <p:nvPr/>
        </p:nvSpPr>
        <p:spPr>
          <a:xfrm xmlns:a="http://schemas.openxmlformats.org/drawingml/2006/main">
            <a:off x="9639300" y="4886325"/>
            <a:ext cx="1438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1">
                <a:solidFill>
                  <a:srgbClr val="FFFFFF"/>
                </a:solidFill>
                <a:latin typeface="Arial"/>
                <a:ea typeface="Arial"/>
                <a:cs typeface="Arial"/>
              </a:defRPr>
            </a:defPPr>
            <a:lvl1pPr algn="ctr">
              <a:defRPr sz="825" b="1">
                <a:solidFill>
                  <a:srgbClr val="FFFFFF"/>
                </a:solidFill>
                <a:latin typeface="Arial"/>
                <a:ea typeface="Arial"/>
                <a:cs typeface="Arial"/>
              </a:defRPr>
            </a:lvl1pPr>
            <a:lvl2pPr algn="ctr">
              <a:defRPr sz="825" b="1">
                <a:solidFill>
                  <a:srgbClr val="FFFFFF"/>
                </a:solidFill>
                <a:latin typeface="Arial"/>
                <a:ea typeface="Arial"/>
                <a:cs typeface="Arial"/>
              </a:defRPr>
            </a:lvl2pPr>
            <a:lvl3pPr algn="ctr">
              <a:defRPr sz="825" b="1">
                <a:solidFill>
                  <a:srgbClr val="FFFFFF"/>
                </a:solidFill>
                <a:latin typeface="Arial"/>
                <a:ea typeface="Arial"/>
                <a:cs typeface="Arial"/>
              </a:defRPr>
            </a:lvl3pPr>
            <a:lvl4pPr algn="ctr">
              <a:defRPr sz="825" b="1">
                <a:solidFill>
                  <a:srgbClr val="FFFFFF"/>
                </a:solidFill>
                <a:latin typeface="Arial"/>
                <a:ea typeface="Arial"/>
                <a:cs typeface="Arial"/>
              </a:defRPr>
            </a:lvl4pPr>
            <a:lvl5pPr algn="ctr">
              <a:defRPr sz="825" b="1">
                <a:solidFill>
                  <a:srgbClr val="FFFFFF"/>
                </a:solidFill>
                <a:latin typeface="Arial"/>
                <a:ea typeface="Arial"/>
                <a:cs typeface="Arial"/>
              </a:defRPr>
            </a:lvl5pPr>
            <a:lvl6pPr algn="ctr">
              <a:defRPr sz="825" b="1">
                <a:solidFill>
                  <a:srgbClr val="FFFFFF"/>
                </a:solidFill>
                <a:latin typeface="Arial"/>
                <a:ea typeface="Arial"/>
                <a:cs typeface="Arial"/>
              </a:defRPr>
            </a:lvl6pPr>
            <a:lvl7pPr algn="ctr">
              <a:defRPr sz="825" b="1">
                <a:solidFill>
                  <a:srgbClr val="FFFFFF"/>
                </a:solidFill>
                <a:latin typeface="Arial"/>
                <a:ea typeface="Arial"/>
                <a:cs typeface="Arial"/>
              </a:defRPr>
            </a:lvl7pPr>
            <a:lvl8pPr algn="ctr">
              <a:defRPr sz="825" b="1">
                <a:solidFill>
                  <a:srgbClr val="FFFFFF"/>
                </a:solidFill>
                <a:latin typeface="Arial"/>
                <a:ea typeface="Arial"/>
                <a:cs typeface="Arial"/>
              </a:defRPr>
            </a:lvl8pPr>
            <a:lvl9pPr algn="ctr">
              <a:defRPr sz="825" b="1">
                <a:solidFill>
                  <a:srgbClr val="FFFFFF"/>
                </a:solidFill>
                <a:latin typeface="Arial"/>
                <a:ea typeface="Arial"/>
                <a:cs typeface="Arial"/>
              </a:defRPr>
            </a:lvl9pPr>
          </a:lstStyle>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Recovery Controls</a:t>
            </a:r>
          </a:p>
        </p:txBody>
      </p:sp>
      <p:sp>
        <p:nvSpPr>
          <p:cNvPr id="96" name="">
            <a:extLst xmlns:a="http://schemas.openxmlformats.org/drawingml/2006/main">
              <a:ext uri="{FF2B5EF4-FFF2-40B4-BE49-F238E27FC236}">
                <a16:creationId xmlns:a16="http://schemas.microsoft.com/office/drawing/2014/main" id="{95C708A3-6351-414C-94DF-C2F0B4416C3E}"/>
              </a:ext>
            </a:extLst>
          </p:cNvPr>
          <p:cNvSpPr>
            <a:spLocks xmlns:a="http://schemas.openxmlformats.org/drawingml/2006/main" noGrp="1"/>
          </p:cNvSpPr>
          <p:nvPr/>
        </p:nvSpPr>
        <p:spPr>
          <a:xfrm xmlns:a="http://schemas.openxmlformats.org/drawingml/2006/main">
            <a:off x="2762250" y="53435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825" b="0">
                <a:solidFill>
                  <a:srgbClr val="B8CFE7"/>
                </a:solidFill>
                <a:latin typeface="Arial"/>
                <a:ea typeface="Arial"/>
                <a:cs typeface="Arial"/>
              </a:defRPr>
            </a:defPPr>
            <a:lvl1pPr algn="ctr">
              <a:defRPr sz="825" b="0">
                <a:solidFill>
                  <a:srgbClr val="B8CFE7"/>
                </a:solidFill>
                <a:latin typeface="Arial"/>
                <a:ea typeface="Arial"/>
                <a:cs typeface="Arial"/>
              </a:defRPr>
            </a:lvl1pPr>
            <a:lvl2pPr algn="ctr">
              <a:defRPr sz="825" b="0">
                <a:solidFill>
                  <a:srgbClr val="B8CFE7"/>
                </a:solidFill>
                <a:latin typeface="Arial"/>
                <a:ea typeface="Arial"/>
                <a:cs typeface="Arial"/>
              </a:defRPr>
            </a:lvl2pPr>
            <a:lvl3pPr algn="ctr">
              <a:defRPr sz="825" b="0">
                <a:solidFill>
                  <a:srgbClr val="B8CFE7"/>
                </a:solidFill>
                <a:latin typeface="Arial"/>
                <a:ea typeface="Arial"/>
                <a:cs typeface="Arial"/>
              </a:defRPr>
            </a:lvl3pPr>
            <a:lvl4pPr algn="ctr">
              <a:defRPr sz="825" b="0">
                <a:solidFill>
                  <a:srgbClr val="B8CFE7"/>
                </a:solidFill>
                <a:latin typeface="Arial"/>
                <a:ea typeface="Arial"/>
                <a:cs typeface="Arial"/>
              </a:defRPr>
            </a:lvl4pPr>
            <a:lvl5pPr algn="ctr">
              <a:defRPr sz="825" b="0">
                <a:solidFill>
                  <a:srgbClr val="B8CFE7"/>
                </a:solidFill>
                <a:latin typeface="Arial"/>
                <a:ea typeface="Arial"/>
                <a:cs typeface="Arial"/>
              </a:defRPr>
            </a:lvl5pPr>
            <a:lvl6pPr algn="ctr">
              <a:defRPr sz="825" b="0">
                <a:solidFill>
                  <a:srgbClr val="B8CFE7"/>
                </a:solidFill>
                <a:latin typeface="Arial"/>
                <a:ea typeface="Arial"/>
                <a:cs typeface="Arial"/>
              </a:defRPr>
            </a:lvl6pPr>
            <a:lvl7pPr algn="ctr">
              <a:defRPr sz="825" b="0">
                <a:solidFill>
                  <a:srgbClr val="B8CFE7"/>
                </a:solidFill>
                <a:latin typeface="Arial"/>
                <a:ea typeface="Arial"/>
                <a:cs typeface="Arial"/>
              </a:defRPr>
            </a:lvl7pPr>
            <a:lvl8pPr algn="ctr">
              <a:defRPr sz="825" b="0">
                <a:solidFill>
                  <a:srgbClr val="B8CFE7"/>
                </a:solidFill>
                <a:latin typeface="Arial"/>
                <a:ea typeface="Arial"/>
                <a:cs typeface="Arial"/>
              </a:defRPr>
            </a:lvl8pPr>
            <a:lvl9pPr algn="ctr">
              <a:defRPr sz="825" b="0">
                <a:solidFill>
                  <a:srgbClr val="B8CFE7"/>
                </a:solidFill>
                <a:latin typeface="Arial"/>
                <a:ea typeface="Arial"/>
                <a:cs typeface="Arial"/>
              </a:defRPr>
            </a:lvl9pPr>
          </a:lstStyle>
          <a:p xmlns:a="http://schemas.openxmlformats.org/drawingml/2006/main">
            <a:pPr algn="ctr">
              <a:defRPr sz="825" b="0">
                <a:solidFill>
                  <a:srgbClr val="B8CFE7"/>
                </a:solidFill>
                <a:latin typeface="Arial"/>
                <a:ea typeface="Arial"/>
                <a:cs typeface="Arial"/>
              </a:defRPr>
            </a:pPr>
            <a:r>
              <a:rPr sz="825" b="0">
                <a:solidFill>
                  <a:srgbClr val="B8CFE7"/>
                </a:solidFill>
                <a:latin typeface="Arial"/>
                <a:ea typeface="Arial"/>
                <a:cs typeface="Arial"/>
              </a:rPr>
              <a:t>Controls span requests, planning, connectivity and execution. AI-assisted planning remains subject to human approval.</a:t>
            </a:r>
          </a:p>
        </p:txBody>
      </p:sp>
      <p:sp>
        <p:nvSpPr>
          <p:cNvPr id="97" name="">
            <a:extLst xmlns:a="http://schemas.openxmlformats.org/drawingml/2006/main">
              <a:ext uri="{FF2B5EF4-FFF2-40B4-BE49-F238E27FC236}">
                <a16:creationId xmlns:a16="http://schemas.microsoft.com/office/drawing/2014/main" id="{DBCFD63F-381A-487F-869F-501EDF655F1A}"/>
              </a:ext>
            </a:extLst>
          </p:cNvPr>
          <p:cNvSpPr>
            <a:spLocks xmlns:a="http://schemas.openxmlformats.org/drawingml/2006/main" noGrp="1"/>
          </p:cNvSpPr>
          <p:nvPr/>
        </p:nvSpPr>
        <p:spPr>
          <a:xfrm xmlns:a="http://schemas.openxmlformats.org/drawingml/2006/main">
            <a:off x="238125" y="6057900"/>
            <a:ext cx="11715750" cy="381000"/>
          </a:xfrm>
          <a:prstGeom xmlns:a="http://schemas.openxmlformats.org/drawingml/2006/main" prst="roundRect">
            <a:avLst>
              <a:gd name="adj" fmla="val 20000"/>
            </a:avLst>
          </a:prstGeom>
          <a:solidFill xmlns:a="http://schemas.openxmlformats.org/drawingml/2006/main">
            <a:srgbClr val="EAF2FA"/>
          </a:solidFill>
          <a:ln xmlns:a="http://schemas.openxmlformats.org/drawingml/2006/main" w="9525">
            <a:solidFill>
              <a:srgbClr val="EAF2FA"/>
            </a:solidFill>
          </a:ln>
        </p:spPr>
      </p:sp>
      <p:sp>
        <p:nvSpPr>
          <p:cNvPr id="98" name="">
            <a:extLst xmlns:a="http://schemas.openxmlformats.org/drawingml/2006/main">
              <a:ext uri="{FF2B5EF4-FFF2-40B4-BE49-F238E27FC236}">
                <a16:creationId xmlns:a16="http://schemas.microsoft.com/office/drawing/2014/main" id="{D8B60F0C-5E52-4572-B7AA-8EF7A04EB23F}"/>
              </a:ext>
            </a:extLst>
          </p:cNvPr>
          <p:cNvSpPr>
            <a:spLocks xmlns:a="http://schemas.openxmlformats.org/drawingml/2006/main" noGrp="1"/>
          </p:cNvSpPr>
          <p:nvPr/>
        </p:nvSpPr>
        <p:spPr>
          <a:xfrm xmlns:a="http://schemas.openxmlformats.org/drawingml/2006/main">
            <a:off x="495300" y="6191250"/>
            <a:ext cx="1809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1">
                <a:solidFill>
                  <a:srgbClr val="307CC5"/>
                </a:solidFill>
                <a:latin typeface="Arial"/>
                <a:ea typeface="Arial"/>
                <a:cs typeface="Arial"/>
              </a:defRPr>
            </a:defPPr>
            <a:lvl1pPr>
              <a:defRPr sz="900" b="1">
                <a:solidFill>
                  <a:srgbClr val="307CC5"/>
                </a:solidFill>
                <a:latin typeface="Arial"/>
                <a:ea typeface="Arial"/>
                <a:cs typeface="Arial"/>
              </a:defRPr>
            </a:lvl1pPr>
            <a:lvl2pPr>
              <a:defRPr sz="900" b="1">
                <a:solidFill>
                  <a:srgbClr val="307CC5"/>
                </a:solidFill>
                <a:latin typeface="Arial"/>
                <a:ea typeface="Arial"/>
                <a:cs typeface="Arial"/>
              </a:defRPr>
            </a:lvl2pPr>
            <a:lvl3pPr>
              <a:defRPr sz="900" b="1">
                <a:solidFill>
                  <a:srgbClr val="307CC5"/>
                </a:solidFill>
                <a:latin typeface="Arial"/>
                <a:ea typeface="Arial"/>
                <a:cs typeface="Arial"/>
              </a:defRPr>
            </a:lvl3pPr>
            <a:lvl4pPr>
              <a:defRPr sz="900" b="1">
                <a:solidFill>
                  <a:srgbClr val="307CC5"/>
                </a:solidFill>
                <a:latin typeface="Arial"/>
                <a:ea typeface="Arial"/>
                <a:cs typeface="Arial"/>
              </a:defRPr>
            </a:lvl4pPr>
            <a:lvl5pPr>
              <a:defRPr sz="900" b="1">
                <a:solidFill>
                  <a:srgbClr val="307CC5"/>
                </a:solidFill>
                <a:latin typeface="Arial"/>
                <a:ea typeface="Arial"/>
                <a:cs typeface="Arial"/>
              </a:defRPr>
            </a:lvl5pPr>
            <a:lvl6pPr>
              <a:defRPr sz="900" b="1">
                <a:solidFill>
                  <a:srgbClr val="307CC5"/>
                </a:solidFill>
                <a:latin typeface="Arial"/>
                <a:ea typeface="Arial"/>
                <a:cs typeface="Arial"/>
              </a:defRPr>
            </a:lvl6pPr>
            <a:lvl7pPr>
              <a:defRPr sz="900" b="1">
                <a:solidFill>
                  <a:srgbClr val="307CC5"/>
                </a:solidFill>
                <a:latin typeface="Arial"/>
                <a:ea typeface="Arial"/>
                <a:cs typeface="Arial"/>
              </a:defRPr>
            </a:lvl7pPr>
            <a:lvl8pPr>
              <a:defRPr sz="900" b="1">
                <a:solidFill>
                  <a:srgbClr val="307CC5"/>
                </a:solidFill>
                <a:latin typeface="Arial"/>
                <a:ea typeface="Arial"/>
                <a:cs typeface="Arial"/>
              </a:defRPr>
            </a:lvl8pPr>
            <a:lvl9pPr>
              <a:defRPr sz="900" b="1">
                <a:solidFill>
                  <a:srgbClr val="307CC5"/>
                </a:solidFill>
                <a:latin typeface="Arial"/>
                <a:ea typeface="Arial"/>
                <a:cs typeface="Arial"/>
              </a:defRPr>
            </a:lvl9pPr>
          </a:lstStyle>
          <a:p xmlns:a="http://schemas.openxmlformats.org/drawingml/2006/main">
            <a:pPr>
              <a:defRPr sz="900" b="1">
                <a:solidFill>
                  <a:srgbClr val="307CC5"/>
                </a:solidFill>
                <a:latin typeface="Arial"/>
                <a:ea typeface="Arial"/>
                <a:cs typeface="Arial"/>
              </a:defRPr>
            </a:pPr>
            <a:r>
              <a:rPr sz="900" b="1">
                <a:solidFill>
                  <a:srgbClr val="307CC5"/>
                </a:solidFill>
                <a:latin typeface="Arial"/>
                <a:ea typeface="Arial"/>
                <a:cs typeface="Arial"/>
              </a:rPr>
              <a:t>PHASED VALIDATION</a:t>
            </a:r>
          </a:p>
        </p:txBody>
      </p:sp>
      <p:sp>
        <p:nvSpPr>
          <p:cNvPr id="99" name="">
            <a:extLst xmlns:a="http://schemas.openxmlformats.org/drawingml/2006/main">
              <a:ext uri="{FF2B5EF4-FFF2-40B4-BE49-F238E27FC236}">
                <a16:creationId xmlns:a16="http://schemas.microsoft.com/office/drawing/2014/main" id="{95C7EA97-7481-4B3F-A815-604DD00D97C5}"/>
              </a:ext>
            </a:extLst>
          </p:cNvPr>
          <p:cNvSpPr>
            <a:spLocks xmlns:a="http://schemas.openxmlformats.org/drawingml/2006/main" noGrp="1"/>
          </p:cNvSpPr>
          <p:nvPr/>
        </p:nvSpPr>
        <p:spPr>
          <a:xfrm xmlns:a="http://schemas.openxmlformats.org/drawingml/2006/main">
            <a:off x="2324100" y="6191250"/>
            <a:ext cx="163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Assess feasibility</a:t>
            </a:r>
          </a:p>
        </p:txBody>
      </p:sp>
      <p:sp>
        <p:nvSpPr>
          <p:cNvPr id="100" name="">
            <a:extLst xmlns:a="http://schemas.openxmlformats.org/drawingml/2006/main">
              <a:ext uri="{FF2B5EF4-FFF2-40B4-BE49-F238E27FC236}">
                <a16:creationId xmlns:a16="http://schemas.microsoft.com/office/drawing/2014/main" id="{02B5E69C-7590-48AA-96A8-3046FC136785}"/>
              </a:ext>
            </a:extLst>
          </p:cNvPr>
          <p:cNvSpPr>
            <a:spLocks xmlns:a="http://schemas.openxmlformats.org/drawingml/2006/main" noGrp="1"/>
          </p:cNvSpPr>
          <p:nvPr/>
        </p:nvSpPr>
        <p:spPr>
          <a:xfrm xmlns:a="http://schemas.openxmlformats.org/drawingml/2006/main">
            <a:off x="3990975" y="615315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425" b="1">
                <a:solidFill>
                  <a:srgbClr val="307CC5"/>
                </a:solidFill>
                <a:latin typeface="Arial"/>
                <a:ea typeface="Arial"/>
                <a:cs typeface="Arial"/>
              </a:defRPr>
            </a:defPPr>
            <a:lvl1pPr algn="ctr">
              <a:defRPr sz="1425" b="1">
                <a:solidFill>
                  <a:srgbClr val="307CC5"/>
                </a:solidFill>
                <a:latin typeface="Arial"/>
                <a:ea typeface="Arial"/>
                <a:cs typeface="Arial"/>
              </a:defRPr>
            </a:lvl1pPr>
            <a:lvl2pPr algn="ctr">
              <a:defRPr sz="1425" b="1">
                <a:solidFill>
                  <a:srgbClr val="307CC5"/>
                </a:solidFill>
                <a:latin typeface="Arial"/>
                <a:ea typeface="Arial"/>
                <a:cs typeface="Arial"/>
              </a:defRPr>
            </a:lvl2pPr>
            <a:lvl3pPr algn="ctr">
              <a:defRPr sz="1425" b="1">
                <a:solidFill>
                  <a:srgbClr val="307CC5"/>
                </a:solidFill>
                <a:latin typeface="Arial"/>
                <a:ea typeface="Arial"/>
                <a:cs typeface="Arial"/>
              </a:defRPr>
            </a:lvl3pPr>
            <a:lvl4pPr algn="ctr">
              <a:defRPr sz="1425" b="1">
                <a:solidFill>
                  <a:srgbClr val="307CC5"/>
                </a:solidFill>
                <a:latin typeface="Arial"/>
                <a:ea typeface="Arial"/>
                <a:cs typeface="Arial"/>
              </a:defRPr>
            </a:lvl4pPr>
            <a:lvl5pPr algn="ctr">
              <a:defRPr sz="1425" b="1">
                <a:solidFill>
                  <a:srgbClr val="307CC5"/>
                </a:solidFill>
                <a:latin typeface="Arial"/>
                <a:ea typeface="Arial"/>
                <a:cs typeface="Arial"/>
              </a:defRPr>
            </a:lvl5pPr>
            <a:lvl6pPr algn="ctr">
              <a:defRPr sz="1425" b="1">
                <a:solidFill>
                  <a:srgbClr val="307CC5"/>
                </a:solidFill>
                <a:latin typeface="Arial"/>
                <a:ea typeface="Arial"/>
                <a:cs typeface="Arial"/>
              </a:defRPr>
            </a:lvl6pPr>
            <a:lvl7pPr algn="ctr">
              <a:defRPr sz="1425" b="1">
                <a:solidFill>
                  <a:srgbClr val="307CC5"/>
                </a:solidFill>
                <a:latin typeface="Arial"/>
                <a:ea typeface="Arial"/>
                <a:cs typeface="Arial"/>
              </a:defRPr>
            </a:lvl7pPr>
            <a:lvl8pPr algn="ctr">
              <a:defRPr sz="1425" b="1">
                <a:solidFill>
                  <a:srgbClr val="307CC5"/>
                </a:solidFill>
                <a:latin typeface="Arial"/>
                <a:ea typeface="Arial"/>
                <a:cs typeface="Arial"/>
              </a:defRPr>
            </a:lvl8pPr>
            <a:lvl9pPr algn="ctr">
              <a:defRPr sz="1425" b="1">
                <a:solidFill>
                  <a:srgbClr val="307CC5"/>
                </a:solidFill>
                <a:latin typeface="Arial"/>
                <a:ea typeface="Arial"/>
                <a:cs typeface="Arial"/>
              </a:defRPr>
            </a:lvl9pPr>
          </a:lstStyle>
          <a:p xmlns:a="http://schemas.openxmlformats.org/drawingml/2006/main">
            <a:pPr algn="ctr">
              <a:defRPr sz="1425" b="1">
                <a:solidFill>
                  <a:srgbClr val="307CC5"/>
                </a:solidFill>
                <a:latin typeface="Arial"/>
                <a:ea typeface="Arial"/>
                <a:cs typeface="Arial"/>
              </a:defRPr>
            </a:pPr>
            <a:r>
              <a:rPr sz="1425" b="1">
                <a:solidFill>
                  <a:srgbClr val="307CC5"/>
                </a:solidFill>
                <a:latin typeface="Arial"/>
                <a:ea typeface="Arial"/>
                <a:cs typeface="Arial"/>
              </a:rPr>
              <a:t>›</a:t>
            </a:r>
          </a:p>
        </p:txBody>
      </p:sp>
      <p:sp>
        <p:nvSpPr>
          <p:cNvPr id="101" name="">
            <a:extLst xmlns:a="http://schemas.openxmlformats.org/drawingml/2006/main">
              <a:ext uri="{FF2B5EF4-FFF2-40B4-BE49-F238E27FC236}">
                <a16:creationId xmlns:a16="http://schemas.microsoft.com/office/drawing/2014/main" id="{BC51E328-3294-4409-B4A2-1630539CF02E}"/>
              </a:ext>
            </a:extLst>
          </p:cNvPr>
          <p:cNvSpPr>
            <a:spLocks xmlns:a="http://schemas.openxmlformats.org/drawingml/2006/main" noGrp="1"/>
          </p:cNvSpPr>
          <p:nvPr/>
        </p:nvSpPr>
        <p:spPr>
          <a:xfrm xmlns:a="http://schemas.openxmlformats.org/drawingml/2006/main">
            <a:off x="4181475" y="6191250"/>
            <a:ext cx="163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Build sandbox</a:t>
            </a:r>
          </a:p>
        </p:txBody>
      </p:sp>
      <p:sp>
        <p:nvSpPr>
          <p:cNvPr id="102" name="">
            <a:extLst xmlns:a="http://schemas.openxmlformats.org/drawingml/2006/main">
              <a:ext uri="{FF2B5EF4-FFF2-40B4-BE49-F238E27FC236}">
                <a16:creationId xmlns:a16="http://schemas.microsoft.com/office/drawing/2014/main" id="{04AA3649-B418-4315-AB12-EF64A66403AD}"/>
              </a:ext>
            </a:extLst>
          </p:cNvPr>
          <p:cNvSpPr>
            <a:spLocks xmlns:a="http://schemas.openxmlformats.org/drawingml/2006/main" noGrp="1"/>
          </p:cNvSpPr>
          <p:nvPr/>
        </p:nvSpPr>
        <p:spPr>
          <a:xfrm xmlns:a="http://schemas.openxmlformats.org/drawingml/2006/main">
            <a:off x="5848350" y="615315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425" b="1">
                <a:solidFill>
                  <a:srgbClr val="307CC5"/>
                </a:solidFill>
                <a:latin typeface="Arial"/>
                <a:ea typeface="Arial"/>
                <a:cs typeface="Arial"/>
              </a:defRPr>
            </a:defPPr>
            <a:lvl1pPr algn="ctr">
              <a:defRPr sz="1425" b="1">
                <a:solidFill>
                  <a:srgbClr val="307CC5"/>
                </a:solidFill>
                <a:latin typeface="Arial"/>
                <a:ea typeface="Arial"/>
                <a:cs typeface="Arial"/>
              </a:defRPr>
            </a:lvl1pPr>
            <a:lvl2pPr algn="ctr">
              <a:defRPr sz="1425" b="1">
                <a:solidFill>
                  <a:srgbClr val="307CC5"/>
                </a:solidFill>
                <a:latin typeface="Arial"/>
                <a:ea typeface="Arial"/>
                <a:cs typeface="Arial"/>
              </a:defRPr>
            </a:lvl2pPr>
            <a:lvl3pPr algn="ctr">
              <a:defRPr sz="1425" b="1">
                <a:solidFill>
                  <a:srgbClr val="307CC5"/>
                </a:solidFill>
                <a:latin typeface="Arial"/>
                <a:ea typeface="Arial"/>
                <a:cs typeface="Arial"/>
              </a:defRPr>
            </a:lvl3pPr>
            <a:lvl4pPr algn="ctr">
              <a:defRPr sz="1425" b="1">
                <a:solidFill>
                  <a:srgbClr val="307CC5"/>
                </a:solidFill>
                <a:latin typeface="Arial"/>
                <a:ea typeface="Arial"/>
                <a:cs typeface="Arial"/>
              </a:defRPr>
            </a:lvl4pPr>
            <a:lvl5pPr algn="ctr">
              <a:defRPr sz="1425" b="1">
                <a:solidFill>
                  <a:srgbClr val="307CC5"/>
                </a:solidFill>
                <a:latin typeface="Arial"/>
                <a:ea typeface="Arial"/>
                <a:cs typeface="Arial"/>
              </a:defRPr>
            </a:lvl5pPr>
            <a:lvl6pPr algn="ctr">
              <a:defRPr sz="1425" b="1">
                <a:solidFill>
                  <a:srgbClr val="307CC5"/>
                </a:solidFill>
                <a:latin typeface="Arial"/>
                <a:ea typeface="Arial"/>
                <a:cs typeface="Arial"/>
              </a:defRPr>
            </a:lvl6pPr>
            <a:lvl7pPr algn="ctr">
              <a:defRPr sz="1425" b="1">
                <a:solidFill>
                  <a:srgbClr val="307CC5"/>
                </a:solidFill>
                <a:latin typeface="Arial"/>
                <a:ea typeface="Arial"/>
                <a:cs typeface="Arial"/>
              </a:defRPr>
            </a:lvl7pPr>
            <a:lvl8pPr algn="ctr">
              <a:defRPr sz="1425" b="1">
                <a:solidFill>
                  <a:srgbClr val="307CC5"/>
                </a:solidFill>
                <a:latin typeface="Arial"/>
                <a:ea typeface="Arial"/>
                <a:cs typeface="Arial"/>
              </a:defRPr>
            </a:lvl8pPr>
            <a:lvl9pPr algn="ctr">
              <a:defRPr sz="1425" b="1">
                <a:solidFill>
                  <a:srgbClr val="307CC5"/>
                </a:solidFill>
                <a:latin typeface="Arial"/>
                <a:ea typeface="Arial"/>
                <a:cs typeface="Arial"/>
              </a:defRPr>
            </a:lvl9pPr>
          </a:lstStyle>
          <a:p xmlns:a="http://schemas.openxmlformats.org/drawingml/2006/main">
            <a:pPr algn="ctr">
              <a:defRPr sz="1425" b="1">
                <a:solidFill>
                  <a:srgbClr val="307CC5"/>
                </a:solidFill>
                <a:latin typeface="Arial"/>
                <a:ea typeface="Arial"/>
                <a:cs typeface="Arial"/>
              </a:defRPr>
            </a:pPr>
            <a:r>
              <a:rPr sz="1425" b="1">
                <a:solidFill>
                  <a:srgbClr val="307CC5"/>
                </a:solidFill>
                <a:latin typeface="Arial"/>
                <a:ea typeface="Arial"/>
                <a:cs typeface="Arial"/>
              </a:rPr>
              <a:t>›</a:t>
            </a:r>
          </a:p>
        </p:txBody>
      </p:sp>
      <p:sp>
        <p:nvSpPr>
          <p:cNvPr id="103" name="">
            <a:extLst xmlns:a="http://schemas.openxmlformats.org/drawingml/2006/main">
              <a:ext uri="{FF2B5EF4-FFF2-40B4-BE49-F238E27FC236}">
                <a16:creationId xmlns:a16="http://schemas.microsoft.com/office/drawing/2014/main" id="{C76038E1-D9F0-45F4-B940-77D19051F0DD}"/>
              </a:ext>
            </a:extLst>
          </p:cNvPr>
          <p:cNvSpPr>
            <a:spLocks xmlns:a="http://schemas.openxmlformats.org/drawingml/2006/main" noGrp="1"/>
          </p:cNvSpPr>
          <p:nvPr/>
        </p:nvSpPr>
        <p:spPr>
          <a:xfrm xmlns:a="http://schemas.openxmlformats.org/drawingml/2006/main">
            <a:off x="6038850" y="6191250"/>
            <a:ext cx="163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Validate OS paths</a:t>
            </a:r>
          </a:p>
        </p:txBody>
      </p:sp>
      <p:sp>
        <p:nvSpPr>
          <p:cNvPr id="104" name="">
            <a:extLst xmlns:a="http://schemas.openxmlformats.org/drawingml/2006/main">
              <a:ext uri="{FF2B5EF4-FFF2-40B4-BE49-F238E27FC236}">
                <a16:creationId xmlns:a16="http://schemas.microsoft.com/office/drawing/2014/main" id="{AE025109-08F4-4BE5-B9CB-F2A714B3DB6F}"/>
              </a:ext>
            </a:extLst>
          </p:cNvPr>
          <p:cNvSpPr>
            <a:spLocks xmlns:a="http://schemas.openxmlformats.org/drawingml/2006/main" noGrp="1"/>
          </p:cNvSpPr>
          <p:nvPr/>
        </p:nvSpPr>
        <p:spPr>
          <a:xfrm xmlns:a="http://schemas.openxmlformats.org/drawingml/2006/main">
            <a:off x="7705725" y="615315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425" b="1">
                <a:solidFill>
                  <a:srgbClr val="307CC5"/>
                </a:solidFill>
                <a:latin typeface="Arial"/>
                <a:ea typeface="Arial"/>
                <a:cs typeface="Arial"/>
              </a:defRPr>
            </a:defPPr>
            <a:lvl1pPr algn="ctr">
              <a:defRPr sz="1425" b="1">
                <a:solidFill>
                  <a:srgbClr val="307CC5"/>
                </a:solidFill>
                <a:latin typeface="Arial"/>
                <a:ea typeface="Arial"/>
                <a:cs typeface="Arial"/>
              </a:defRPr>
            </a:lvl1pPr>
            <a:lvl2pPr algn="ctr">
              <a:defRPr sz="1425" b="1">
                <a:solidFill>
                  <a:srgbClr val="307CC5"/>
                </a:solidFill>
                <a:latin typeface="Arial"/>
                <a:ea typeface="Arial"/>
                <a:cs typeface="Arial"/>
              </a:defRPr>
            </a:lvl2pPr>
            <a:lvl3pPr algn="ctr">
              <a:defRPr sz="1425" b="1">
                <a:solidFill>
                  <a:srgbClr val="307CC5"/>
                </a:solidFill>
                <a:latin typeface="Arial"/>
                <a:ea typeface="Arial"/>
                <a:cs typeface="Arial"/>
              </a:defRPr>
            </a:lvl3pPr>
            <a:lvl4pPr algn="ctr">
              <a:defRPr sz="1425" b="1">
                <a:solidFill>
                  <a:srgbClr val="307CC5"/>
                </a:solidFill>
                <a:latin typeface="Arial"/>
                <a:ea typeface="Arial"/>
                <a:cs typeface="Arial"/>
              </a:defRPr>
            </a:lvl4pPr>
            <a:lvl5pPr algn="ctr">
              <a:defRPr sz="1425" b="1">
                <a:solidFill>
                  <a:srgbClr val="307CC5"/>
                </a:solidFill>
                <a:latin typeface="Arial"/>
                <a:ea typeface="Arial"/>
                <a:cs typeface="Arial"/>
              </a:defRPr>
            </a:lvl5pPr>
            <a:lvl6pPr algn="ctr">
              <a:defRPr sz="1425" b="1">
                <a:solidFill>
                  <a:srgbClr val="307CC5"/>
                </a:solidFill>
                <a:latin typeface="Arial"/>
                <a:ea typeface="Arial"/>
                <a:cs typeface="Arial"/>
              </a:defRPr>
            </a:lvl6pPr>
            <a:lvl7pPr algn="ctr">
              <a:defRPr sz="1425" b="1">
                <a:solidFill>
                  <a:srgbClr val="307CC5"/>
                </a:solidFill>
                <a:latin typeface="Arial"/>
                <a:ea typeface="Arial"/>
                <a:cs typeface="Arial"/>
              </a:defRPr>
            </a:lvl7pPr>
            <a:lvl8pPr algn="ctr">
              <a:defRPr sz="1425" b="1">
                <a:solidFill>
                  <a:srgbClr val="307CC5"/>
                </a:solidFill>
                <a:latin typeface="Arial"/>
                <a:ea typeface="Arial"/>
                <a:cs typeface="Arial"/>
              </a:defRPr>
            </a:lvl8pPr>
            <a:lvl9pPr algn="ctr">
              <a:defRPr sz="1425" b="1">
                <a:solidFill>
                  <a:srgbClr val="307CC5"/>
                </a:solidFill>
                <a:latin typeface="Arial"/>
                <a:ea typeface="Arial"/>
                <a:cs typeface="Arial"/>
              </a:defRPr>
            </a:lvl9pPr>
          </a:lstStyle>
          <a:p xmlns:a="http://schemas.openxmlformats.org/drawingml/2006/main">
            <a:pPr algn="ctr">
              <a:defRPr sz="1425" b="1">
                <a:solidFill>
                  <a:srgbClr val="307CC5"/>
                </a:solidFill>
                <a:latin typeface="Arial"/>
                <a:ea typeface="Arial"/>
                <a:cs typeface="Arial"/>
              </a:defRPr>
            </a:pPr>
            <a:r>
              <a:rPr sz="1425" b="1">
                <a:solidFill>
                  <a:srgbClr val="307CC5"/>
                </a:solidFill>
                <a:latin typeface="Arial"/>
                <a:ea typeface="Arial"/>
                <a:cs typeface="Arial"/>
              </a:rPr>
              <a:t>›</a:t>
            </a:r>
          </a:p>
        </p:txBody>
      </p:sp>
      <p:sp>
        <p:nvSpPr>
          <p:cNvPr id="105" name="">
            <a:extLst xmlns:a="http://schemas.openxmlformats.org/drawingml/2006/main">
              <a:ext uri="{FF2B5EF4-FFF2-40B4-BE49-F238E27FC236}">
                <a16:creationId xmlns:a16="http://schemas.microsoft.com/office/drawing/2014/main" id="{675E0173-6F28-4007-AB45-725585208D49}"/>
              </a:ext>
            </a:extLst>
          </p:cNvPr>
          <p:cNvSpPr>
            <a:spLocks xmlns:a="http://schemas.openxmlformats.org/drawingml/2006/main" noGrp="1"/>
          </p:cNvSpPr>
          <p:nvPr/>
        </p:nvSpPr>
        <p:spPr>
          <a:xfrm xmlns:a="http://schemas.openxmlformats.org/drawingml/2006/main">
            <a:off x="7896225" y="6191250"/>
            <a:ext cx="163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Pilot RINGs</a:t>
            </a:r>
          </a:p>
        </p:txBody>
      </p:sp>
      <p:sp>
        <p:nvSpPr>
          <p:cNvPr id="106" name="">
            <a:extLst xmlns:a="http://schemas.openxmlformats.org/drawingml/2006/main">
              <a:ext uri="{FF2B5EF4-FFF2-40B4-BE49-F238E27FC236}">
                <a16:creationId xmlns:a16="http://schemas.microsoft.com/office/drawing/2014/main" id="{B4C3EDD9-700A-41E9-8D3C-84A1D30A20D0}"/>
              </a:ext>
            </a:extLst>
          </p:cNvPr>
          <p:cNvSpPr>
            <a:spLocks xmlns:a="http://schemas.openxmlformats.org/drawingml/2006/main" noGrp="1"/>
          </p:cNvSpPr>
          <p:nvPr/>
        </p:nvSpPr>
        <p:spPr>
          <a:xfrm xmlns:a="http://schemas.openxmlformats.org/drawingml/2006/main">
            <a:off x="9563100" y="615315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425" b="1">
                <a:solidFill>
                  <a:srgbClr val="307CC5"/>
                </a:solidFill>
                <a:latin typeface="Arial"/>
                <a:ea typeface="Arial"/>
                <a:cs typeface="Arial"/>
              </a:defRPr>
            </a:defPPr>
            <a:lvl1pPr algn="ctr">
              <a:defRPr sz="1425" b="1">
                <a:solidFill>
                  <a:srgbClr val="307CC5"/>
                </a:solidFill>
                <a:latin typeface="Arial"/>
                <a:ea typeface="Arial"/>
                <a:cs typeface="Arial"/>
              </a:defRPr>
            </a:lvl1pPr>
            <a:lvl2pPr algn="ctr">
              <a:defRPr sz="1425" b="1">
                <a:solidFill>
                  <a:srgbClr val="307CC5"/>
                </a:solidFill>
                <a:latin typeface="Arial"/>
                <a:ea typeface="Arial"/>
                <a:cs typeface="Arial"/>
              </a:defRPr>
            </a:lvl2pPr>
            <a:lvl3pPr algn="ctr">
              <a:defRPr sz="1425" b="1">
                <a:solidFill>
                  <a:srgbClr val="307CC5"/>
                </a:solidFill>
                <a:latin typeface="Arial"/>
                <a:ea typeface="Arial"/>
                <a:cs typeface="Arial"/>
              </a:defRPr>
            </a:lvl3pPr>
            <a:lvl4pPr algn="ctr">
              <a:defRPr sz="1425" b="1">
                <a:solidFill>
                  <a:srgbClr val="307CC5"/>
                </a:solidFill>
                <a:latin typeface="Arial"/>
                <a:ea typeface="Arial"/>
                <a:cs typeface="Arial"/>
              </a:defRPr>
            </a:lvl4pPr>
            <a:lvl5pPr algn="ctr">
              <a:defRPr sz="1425" b="1">
                <a:solidFill>
                  <a:srgbClr val="307CC5"/>
                </a:solidFill>
                <a:latin typeface="Arial"/>
                <a:ea typeface="Arial"/>
                <a:cs typeface="Arial"/>
              </a:defRPr>
            </a:lvl5pPr>
            <a:lvl6pPr algn="ctr">
              <a:defRPr sz="1425" b="1">
                <a:solidFill>
                  <a:srgbClr val="307CC5"/>
                </a:solidFill>
                <a:latin typeface="Arial"/>
                <a:ea typeface="Arial"/>
                <a:cs typeface="Arial"/>
              </a:defRPr>
            </a:lvl6pPr>
            <a:lvl7pPr algn="ctr">
              <a:defRPr sz="1425" b="1">
                <a:solidFill>
                  <a:srgbClr val="307CC5"/>
                </a:solidFill>
                <a:latin typeface="Arial"/>
                <a:ea typeface="Arial"/>
                <a:cs typeface="Arial"/>
              </a:defRPr>
            </a:lvl7pPr>
            <a:lvl8pPr algn="ctr">
              <a:defRPr sz="1425" b="1">
                <a:solidFill>
                  <a:srgbClr val="307CC5"/>
                </a:solidFill>
                <a:latin typeface="Arial"/>
                <a:ea typeface="Arial"/>
                <a:cs typeface="Arial"/>
              </a:defRPr>
            </a:lvl8pPr>
            <a:lvl9pPr algn="ctr">
              <a:defRPr sz="1425" b="1">
                <a:solidFill>
                  <a:srgbClr val="307CC5"/>
                </a:solidFill>
                <a:latin typeface="Arial"/>
                <a:ea typeface="Arial"/>
                <a:cs typeface="Arial"/>
              </a:defRPr>
            </a:lvl9pPr>
          </a:lstStyle>
          <a:p xmlns:a="http://schemas.openxmlformats.org/drawingml/2006/main">
            <a:pPr algn="ctr">
              <a:defRPr sz="1425" b="1">
                <a:solidFill>
                  <a:srgbClr val="307CC5"/>
                </a:solidFill>
                <a:latin typeface="Arial"/>
                <a:ea typeface="Arial"/>
                <a:cs typeface="Arial"/>
              </a:defRPr>
            </a:pPr>
            <a:r>
              <a:rPr sz="1425" b="1">
                <a:solidFill>
                  <a:srgbClr val="307CC5"/>
                </a:solidFill>
                <a:latin typeface="Arial"/>
                <a:ea typeface="Arial"/>
                <a:cs typeface="Arial"/>
              </a:rPr>
              <a:t>›</a:t>
            </a:r>
          </a:p>
        </p:txBody>
      </p:sp>
      <p:sp>
        <p:nvSpPr>
          <p:cNvPr id="107" name="">
            <a:extLst xmlns:a="http://schemas.openxmlformats.org/drawingml/2006/main">
              <a:ext uri="{FF2B5EF4-FFF2-40B4-BE49-F238E27FC236}">
                <a16:creationId xmlns:a16="http://schemas.microsoft.com/office/drawing/2014/main" id="{3324194B-9C5C-425A-9D5A-68DD1B8E9DB1}"/>
              </a:ext>
            </a:extLst>
          </p:cNvPr>
          <p:cNvSpPr>
            <a:spLocks xmlns:a="http://schemas.openxmlformats.org/drawingml/2006/main" noGrp="1"/>
          </p:cNvSpPr>
          <p:nvPr/>
        </p:nvSpPr>
        <p:spPr>
          <a:xfrm xmlns:a="http://schemas.openxmlformats.org/drawingml/2006/main">
            <a:off x="9753600" y="6191250"/>
            <a:ext cx="1638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00" b="1">
                <a:solidFill>
                  <a:srgbClr val="112E51"/>
                </a:solidFill>
                <a:latin typeface="Arial"/>
                <a:ea typeface="Arial"/>
                <a:cs typeface="Arial"/>
              </a:defRPr>
            </a:defPPr>
            <a:lvl1pPr algn="ctr">
              <a:defRPr sz="900" b="1">
                <a:solidFill>
                  <a:srgbClr val="112E51"/>
                </a:solidFill>
                <a:latin typeface="Arial"/>
                <a:ea typeface="Arial"/>
                <a:cs typeface="Arial"/>
              </a:defRPr>
            </a:lvl1pPr>
            <a:lvl2pPr algn="ctr">
              <a:defRPr sz="900" b="1">
                <a:solidFill>
                  <a:srgbClr val="112E51"/>
                </a:solidFill>
                <a:latin typeface="Arial"/>
                <a:ea typeface="Arial"/>
                <a:cs typeface="Arial"/>
              </a:defRPr>
            </a:lvl2pPr>
            <a:lvl3pPr algn="ctr">
              <a:defRPr sz="900" b="1">
                <a:solidFill>
                  <a:srgbClr val="112E51"/>
                </a:solidFill>
                <a:latin typeface="Arial"/>
                <a:ea typeface="Arial"/>
                <a:cs typeface="Arial"/>
              </a:defRPr>
            </a:lvl3pPr>
            <a:lvl4pPr algn="ctr">
              <a:defRPr sz="900" b="1">
                <a:solidFill>
                  <a:srgbClr val="112E51"/>
                </a:solidFill>
                <a:latin typeface="Arial"/>
                <a:ea typeface="Arial"/>
                <a:cs typeface="Arial"/>
              </a:defRPr>
            </a:lvl4pPr>
            <a:lvl5pPr algn="ctr">
              <a:defRPr sz="900" b="1">
                <a:solidFill>
                  <a:srgbClr val="112E51"/>
                </a:solidFill>
                <a:latin typeface="Arial"/>
                <a:ea typeface="Arial"/>
                <a:cs typeface="Arial"/>
              </a:defRPr>
            </a:lvl5pPr>
            <a:lvl6pPr algn="ctr">
              <a:defRPr sz="900" b="1">
                <a:solidFill>
                  <a:srgbClr val="112E51"/>
                </a:solidFill>
                <a:latin typeface="Arial"/>
                <a:ea typeface="Arial"/>
                <a:cs typeface="Arial"/>
              </a:defRPr>
            </a:lvl6pPr>
            <a:lvl7pPr algn="ctr">
              <a:defRPr sz="900" b="1">
                <a:solidFill>
                  <a:srgbClr val="112E51"/>
                </a:solidFill>
                <a:latin typeface="Arial"/>
                <a:ea typeface="Arial"/>
                <a:cs typeface="Arial"/>
              </a:defRPr>
            </a:lvl7pPr>
            <a:lvl8pPr algn="ctr">
              <a:defRPr sz="900" b="1">
                <a:solidFill>
                  <a:srgbClr val="112E51"/>
                </a:solidFill>
                <a:latin typeface="Arial"/>
                <a:ea typeface="Arial"/>
                <a:cs typeface="Arial"/>
              </a:defRPr>
            </a:lvl8pPr>
            <a:lvl9pPr algn="ctr">
              <a:defRPr sz="900" b="1">
                <a:solidFill>
                  <a:srgbClr val="112E51"/>
                </a:solidFill>
                <a:latin typeface="Arial"/>
                <a:ea typeface="Arial"/>
                <a:cs typeface="Arial"/>
              </a:defRPr>
            </a:lvl9pPr>
          </a:lstStyle>
          <a:p xmlns:a="http://schemas.openxmlformats.org/drawingml/2006/main">
            <a:pPr algn="ctr">
              <a:defRPr sz="900" b="1">
                <a:solidFill>
                  <a:srgbClr val="112E51"/>
                </a:solidFill>
                <a:latin typeface="Arial"/>
                <a:ea typeface="Arial"/>
                <a:cs typeface="Arial"/>
              </a:defRPr>
            </a:pPr>
            <a:r>
              <a:rPr sz="900" b="1">
                <a:solidFill>
                  <a:srgbClr val="112E51"/>
                </a:solidFill>
                <a:latin typeface="Arial"/>
                <a:ea typeface="Arial"/>
                <a:cs typeface="Arial"/>
              </a:rPr>
              <a:t>Scale with approval</a:t>
            </a:r>
          </a:p>
        </p:txBody>
      </p:sp>
    </p:spTree>
    <p:extLst>
      <p:ext uri="{BB962C8B-B14F-4D97-AF65-F5344CB8AC3E}">
        <p14:creationId xmlns:p14="http://schemas.microsoft.com/office/powerpoint/2010/main" val="8735260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2026-10-27T12:39:55.8110000Z</dcterms:created>
  <dcterms:modified xsi:type="dcterms:W3CDTF">2026-10-27T12:39:55.8110000Z</dcterms:modified>
</coreProperties>
</file>